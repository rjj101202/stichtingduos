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6" r:id="rId2"/>
    <p:sldId id="298" r:id="rId3"/>
    <p:sldId id="299" r:id="rId4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62" d="100"/>
          <a:sy n="62" d="100"/>
        </p:scale>
        <p:origin x="752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258145-261D-4BFE-BD9E-22157544DF0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013B99D-6620-4D0B-B97D-0B6CDE39DBAA}">
      <dgm:prSet phldrT="[Text]" custT="1"/>
      <dgm:spPr/>
      <dgm:t>
        <a:bodyPr/>
        <a:lstStyle/>
        <a:p>
          <a:r>
            <a:rPr lang="en-CA" sz="1400"/>
            <a:t>1. Did participant receive 5/6 or 6/6 doses of 1</a:t>
          </a:r>
          <a:r>
            <a:rPr lang="en-CA" sz="1400" baseline="30000"/>
            <a:t>st</a:t>
          </a:r>
          <a:r>
            <a:rPr lang="en-CA" sz="1400"/>
            <a:t> BCG induction?</a:t>
          </a:r>
          <a:endParaRPr lang="en-US" sz="1400"/>
        </a:p>
      </dgm:t>
    </dgm:pt>
    <dgm:pt modelId="{0CC96175-9A5C-42BF-8B39-B03A09138D59}" type="parTrans" cxnId="{95F9AC09-0A39-40AA-8B5E-501BF8A93B3F}">
      <dgm:prSet/>
      <dgm:spPr/>
      <dgm:t>
        <a:bodyPr/>
        <a:lstStyle/>
        <a:p>
          <a:endParaRPr lang="en-US" sz="1400"/>
        </a:p>
      </dgm:t>
    </dgm:pt>
    <dgm:pt modelId="{250E2036-90CF-4438-A510-FA4309346806}" type="sibTrans" cxnId="{95F9AC09-0A39-40AA-8B5E-501BF8A93B3F}">
      <dgm:prSet/>
      <dgm:spPr/>
      <dgm:t>
        <a:bodyPr/>
        <a:lstStyle/>
        <a:p>
          <a:endParaRPr lang="en-US" sz="1400"/>
        </a:p>
      </dgm:t>
    </dgm:pt>
    <dgm:pt modelId="{D5C5F2E0-1B93-4E0B-BE40-3D33A7B083DB}">
      <dgm:prSet phldrT="[Text]" custT="1"/>
      <dgm:spPr/>
      <dgm:t>
        <a:bodyPr/>
        <a:lstStyle/>
        <a:p>
          <a:r>
            <a:rPr lang="en-CA" sz="1400"/>
            <a:t>Yes</a:t>
          </a:r>
          <a:br>
            <a:rPr lang="en-CA" sz="1400"/>
          </a:br>
          <a:r>
            <a:rPr lang="en-CA" sz="1400"/>
            <a:t>2. Did participant receive 2/3 or 3/3 doses of 1</a:t>
          </a:r>
          <a:r>
            <a:rPr lang="en-CA" sz="1400" baseline="30000"/>
            <a:t>st</a:t>
          </a:r>
          <a:r>
            <a:rPr lang="en-CA" sz="1400"/>
            <a:t> BCG maintenance cycle?</a:t>
          </a:r>
          <a:endParaRPr lang="en-US" sz="1400"/>
        </a:p>
      </dgm:t>
    </dgm:pt>
    <dgm:pt modelId="{EE645386-94D9-41C2-8716-7048B678B246}" type="parTrans" cxnId="{CE6B0D46-9EA2-4144-A6D3-93A2146B3FCA}">
      <dgm:prSet/>
      <dgm:spPr/>
      <dgm:t>
        <a:bodyPr/>
        <a:lstStyle/>
        <a:p>
          <a:endParaRPr lang="en-US" sz="1400"/>
        </a:p>
      </dgm:t>
    </dgm:pt>
    <dgm:pt modelId="{1DD44C31-9376-4EC7-A443-26EAADF5BB53}" type="sibTrans" cxnId="{CE6B0D46-9EA2-4144-A6D3-93A2146B3FCA}">
      <dgm:prSet/>
      <dgm:spPr/>
      <dgm:t>
        <a:bodyPr/>
        <a:lstStyle/>
        <a:p>
          <a:endParaRPr lang="en-US" sz="1400"/>
        </a:p>
      </dgm:t>
    </dgm:pt>
    <dgm:pt modelId="{7237D731-C7D0-468E-BB06-07EF27FEB19B}">
      <dgm:prSet phldrT="[Text]" custT="1"/>
      <dgm:spPr/>
      <dgm:t>
        <a:bodyPr/>
        <a:lstStyle/>
        <a:p>
          <a:r>
            <a:rPr lang="en-CA" sz="1400"/>
            <a:t>No = Not adequate</a:t>
          </a:r>
          <a:endParaRPr lang="en-US" sz="1400"/>
        </a:p>
      </dgm:t>
    </dgm:pt>
    <dgm:pt modelId="{F69C4FC3-14D7-45B1-A242-EAD7526199B6}" type="parTrans" cxnId="{B6686A9E-82A1-4961-8BBC-24ACFDDA6F34}">
      <dgm:prSet/>
      <dgm:spPr/>
      <dgm:t>
        <a:bodyPr/>
        <a:lstStyle/>
        <a:p>
          <a:endParaRPr lang="en-US" sz="1400"/>
        </a:p>
      </dgm:t>
    </dgm:pt>
    <dgm:pt modelId="{98E49E4E-ABCE-4023-91CD-81F29D03360B}" type="sibTrans" cxnId="{B6686A9E-82A1-4961-8BBC-24ACFDDA6F34}">
      <dgm:prSet/>
      <dgm:spPr/>
      <dgm:t>
        <a:bodyPr/>
        <a:lstStyle/>
        <a:p>
          <a:endParaRPr lang="en-US" sz="1400"/>
        </a:p>
      </dgm:t>
    </dgm:pt>
    <dgm:pt modelId="{FB683BA5-914F-4A32-B2C8-F059C00A8784}">
      <dgm:prSet phldrT="[Text]" custT="1"/>
      <dgm:spPr/>
      <dgm:t>
        <a:bodyPr/>
        <a:lstStyle/>
        <a:p>
          <a:r>
            <a:rPr lang="en-CA" sz="1400"/>
            <a:t>Yes</a:t>
          </a:r>
          <a:br>
            <a:rPr lang="en-CA" sz="1400"/>
          </a:br>
          <a:r>
            <a:rPr lang="en-CA" sz="1400"/>
            <a:t>3. Did participant receive 2/6 or more doses of 2</a:t>
          </a:r>
          <a:r>
            <a:rPr lang="en-CA" sz="1400" baseline="30000"/>
            <a:t>nd</a:t>
          </a:r>
          <a:r>
            <a:rPr lang="en-CA" sz="1400"/>
            <a:t> BCG induction? </a:t>
          </a:r>
          <a:endParaRPr lang="en-US" sz="1400"/>
        </a:p>
      </dgm:t>
    </dgm:pt>
    <dgm:pt modelId="{DE3CA54B-81EE-42C2-AAE2-ECF268C0E54C}" type="parTrans" cxnId="{E4648AC4-F2D0-4DFB-AA76-F33015D4F3D8}">
      <dgm:prSet/>
      <dgm:spPr/>
      <dgm:t>
        <a:bodyPr/>
        <a:lstStyle/>
        <a:p>
          <a:endParaRPr lang="en-US" sz="1400"/>
        </a:p>
      </dgm:t>
    </dgm:pt>
    <dgm:pt modelId="{1667E05E-C781-43BF-BB72-EDC2C926F22C}" type="sibTrans" cxnId="{E4648AC4-F2D0-4DFB-AA76-F33015D4F3D8}">
      <dgm:prSet/>
      <dgm:spPr/>
      <dgm:t>
        <a:bodyPr/>
        <a:lstStyle/>
        <a:p>
          <a:endParaRPr lang="en-US" sz="1400"/>
        </a:p>
      </dgm:t>
    </dgm:pt>
    <dgm:pt modelId="{57CF3654-888E-43B5-994E-8E97B2B2A7F2}">
      <dgm:prSet phldrT="[Text]" custT="1"/>
      <dgm:spPr/>
      <dgm:t>
        <a:bodyPr/>
        <a:lstStyle/>
        <a:p>
          <a:r>
            <a:rPr lang="en-CA" sz="1400"/>
            <a:t>No = Not adequate</a:t>
          </a:r>
          <a:endParaRPr lang="en-US" sz="1400"/>
        </a:p>
      </dgm:t>
    </dgm:pt>
    <dgm:pt modelId="{6CE7D751-24C9-4731-8D19-6495333581A9}" type="parTrans" cxnId="{D3F9C9C7-BB82-478F-87E6-CCF4145658BC}">
      <dgm:prSet/>
      <dgm:spPr/>
      <dgm:t>
        <a:bodyPr/>
        <a:lstStyle/>
        <a:p>
          <a:endParaRPr lang="en-US" sz="1400"/>
        </a:p>
      </dgm:t>
    </dgm:pt>
    <dgm:pt modelId="{6025C0C0-8C5D-4E9D-9061-3899EE5608C4}" type="sibTrans" cxnId="{D3F9C9C7-BB82-478F-87E6-CCF4145658BC}">
      <dgm:prSet/>
      <dgm:spPr/>
      <dgm:t>
        <a:bodyPr/>
        <a:lstStyle/>
        <a:p>
          <a:endParaRPr lang="en-US" sz="1400"/>
        </a:p>
      </dgm:t>
    </dgm:pt>
    <dgm:pt modelId="{32CE087B-66E4-4DD7-BA96-392607448C44}">
      <dgm:prSet custT="1"/>
      <dgm:spPr/>
      <dgm:t>
        <a:bodyPr/>
        <a:lstStyle/>
        <a:p>
          <a:r>
            <a:rPr lang="en-CA" sz="1400"/>
            <a:t>Yes, adequate</a:t>
          </a:r>
          <a:endParaRPr lang="en-US" sz="1400"/>
        </a:p>
      </dgm:t>
    </dgm:pt>
    <dgm:pt modelId="{00D4CFBE-6B32-40C7-AF74-567760CCF889}" type="parTrans" cxnId="{44525616-CDCD-47CA-97F5-7241EDC7DE34}">
      <dgm:prSet/>
      <dgm:spPr/>
      <dgm:t>
        <a:bodyPr/>
        <a:lstStyle/>
        <a:p>
          <a:endParaRPr lang="en-US" sz="1400"/>
        </a:p>
      </dgm:t>
    </dgm:pt>
    <dgm:pt modelId="{0ECF253C-ADF0-4F97-941F-B8FF8697F031}" type="sibTrans" cxnId="{44525616-CDCD-47CA-97F5-7241EDC7DE34}">
      <dgm:prSet/>
      <dgm:spPr/>
      <dgm:t>
        <a:bodyPr/>
        <a:lstStyle/>
        <a:p>
          <a:endParaRPr lang="en-US" sz="1400"/>
        </a:p>
      </dgm:t>
    </dgm:pt>
    <dgm:pt modelId="{31991497-59D2-4A3C-9938-1D4D7C32E944}">
      <dgm:prSet custT="1"/>
      <dgm:spPr/>
      <dgm:t>
        <a:bodyPr/>
        <a:lstStyle/>
        <a:p>
          <a:r>
            <a:rPr lang="en-CA" sz="1400"/>
            <a:t>No = Not adequate</a:t>
          </a:r>
          <a:endParaRPr lang="en-US" sz="1400"/>
        </a:p>
      </dgm:t>
    </dgm:pt>
    <dgm:pt modelId="{BA38867E-E077-40AD-919A-A5419E806B65}" type="parTrans" cxnId="{3359F7EA-1E7B-4F64-AD88-CFF51018A7AA}">
      <dgm:prSet/>
      <dgm:spPr/>
      <dgm:t>
        <a:bodyPr/>
        <a:lstStyle/>
        <a:p>
          <a:endParaRPr lang="en-US" sz="1400"/>
        </a:p>
      </dgm:t>
    </dgm:pt>
    <dgm:pt modelId="{9ED26104-0E41-404E-8A31-D9382B3F5C99}" type="sibTrans" cxnId="{3359F7EA-1E7B-4F64-AD88-CFF51018A7AA}">
      <dgm:prSet/>
      <dgm:spPr/>
      <dgm:t>
        <a:bodyPr/>
        <a:lstStyle/>
        <a:p>
          <a:endParaRPr lang="en-US" sz="1400"/>
        </a:p>
      </dgm:t>
    </dgm:pt>
    <dgm:pt modelId="{D0BD99A2-686F-4F4F-8378-D1A66EBFFA7E}" type="pres">
      <dgm:prSet presAssocID="{D8258145-261D-4BFE-BD9E-22157544DF0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20F7C0F-AB76-493B-B35F-40BF71AD99D1}" type="pres">
      <dgm:prSet presAssocID="{6013B99D-6620-4D0B-B97D-0B6CDE39DBAA}" presName="hierRoot1" presStyleCnt="0"/>
      <dgm:spPr/>
    </dgm:pt>
    <dgm:pt modelId="{853B8890-6659-4CB3-B98F-CA1AA405C948}" type="pres">
      <dgm:prSet presAssocID="{6013B99D-6620-4D0B-B97D-0B6CDE39DBAA}" presName="composite" presStyleCnt="0"/>
      <dgm:spPr/>
    </dgm:pt>
    <dgm:pt modelId="{F4D86307-8CE8-461F-BEC9-A4094E43C641}" type="pres">
      <dgm:prSet presAssocID="{6013B99D-6620-4D0B-B97D-0B6CDE39DBAA}" presName="background" presStyleLbl="node0" presStyleIdx="0" presStyleCnt="1"/>
      <dgm:spPr/>
    </dgm:pt>
    <dgm:pt modelId="{167A971E-3C4E-453A-8420-7F1C96B456F5}" type="pres">
      <dgm:prSet presAssocID="{6013B99D-6620-4D0B-B97D-0B6CDE39DBAA}" presName="text" presStyleLbl="fgAcc0" presStyleIdx="0" presStyleCnt="1" custScaleX="283334" custLinFactNeighborX="2811">
        <dgm:presLayoutVars>
          <dgm:chPref val="3"/>
        </dgm:presLayoutVars>
      </dgm:prSet>
      <dgm:spPr/>
    </dgm:pt>
    <dgm:pt modelId="{C9575C58-2C6E-446A-B48A-9E80A2401467}" type="pres">
      <dgm:prSet presAssocID="{6013B99D-6620-4D0B-B97D-0B6CDE39DBAA}" presName="hierChild2" presStyleCnt="0"/>
      <dgm:spPr/>
    </dgm:pt>
    <dgm:pt modelId="{415AE149-84BD-495E-84CC-F656D7075B12}" type="pres">
      <dgm:prSet presAssocID="{EE645386-94D9-41C2-8716-7048B678B246}" presName="Name10" presStyleLbl="parChTrans1D2" presStyleIdx="0" presStyleCnt="2"/>
      <dgm:spPr/>
    </dgm:pt>
    <dgm:pt modelId="{77301101-4659-4596-B7E2-EE5AB01CEBE9}" type="pres">
      <dgm:prSet presAssocID="{D5C5F2E0-1B93-4E0B-BE40-3D33A7B083DB}" presName="hierRoot2" presStyleCnt="0"/>
      <dgm:spPr/>
    </dgm:pt>
    <dgm:pt modelId="{8A8C375C-5F00-4FB2-9173-2CC9E2EA544D}" type="pres">
      <dgm:prSet presAssocID="{D5C5F2E0-1B93-4E0B-BE40-3D33A7B083DB}" presName="composite2" presStyleCnt="0"/>
      <dgm:spPr/>
    </dgm:pt>
    <dgm:pt modelId="{49ED026F-BF7C-42AC-8A1D-EA26506731E6}" type="pres">
      <dgm:prSet presAssocID="{D5C5F2E0-1B93-4E0B-BE40-3D33A7B083DB}" presName="background2" presStyleLbl="node2" presStyleIdx="0" presStyleCnt="2"/>
      <dgm:spPr/>
    </dgm:pt>
    <dgm:pt modelId="{AB89F917-803C-48B1-968C-F367DCAC14F0}" type="pres">
      <dgm:prSet presAssocID="{D5C5F2E0-1B93-4E0B-BE40-3D33A7B083DB}" presName="text2" presStyleLbl="fgAcc2" presStyleIdx="0" presStyleCnt="2" custScaleX="397620">
        <dgm:presLayoutVars>
          <dgm:chPref val="3"/>
        </dgm:presLayoutVars>
      </dgm:prSet>
      <dgm:spPr/>
    </dgm:pt>
    <dgm:pt modelId="{F8EE8653-BD1A-44E5-9157-6DD9E904DE0C}" type="pres">
      <dgm:prSet presAssocID="{D5C5F2E0-1B93-4E0B-BE40-3D33A7B083DB}" presName="hierChild3" presStyleCnt="0"/>
      <dgm:spPr/>
    </dgm:pt>
    <dgm:pt modelId="{7FE075FE-8276-4E02-A017-A6E027EDDF8A}" type="pres">
      <dgm:prSet presAssocID="{F69C4FC3-14D7-45B1-A242-EAD7526199B6}" presName="Name17" presStyleLbl="parChTrans1D3" presStyleIdx="0" presStyleCnt="2"/>
      <dgm:spPr/>
    </dgm:pt>
    <dgm:pt modelId="{722D5D32-26A5-4657-99B9-185087E87C55}" type="pres">
      <dgm:prSet presAssocID="{7237D731-C7D0-468E-BB06-07EF27FEB19B}" presName="hierRoot3" presStyleCnt="0"/>
      <dgm:spPr/>
    </dgm:pt>
    <dgm:pt modelId="{4A91A490-331F-4B4D-AD0E-15C2E54BD478}" type="pres">
      <dgm:prSet presAssocID="{7237D731-C7D0-468E-BB06-07EF27FEB19B}" presName="composite3" presStyleCnt="0"/>
      <dgm:spPr/>
    </dgm:pt>
    <dgm:pt modelId="{4047D01D-227A-4F83-8230-0B6F19287D7B}" type="pres">
      <dgm:prSet presAssocID="{7237D731-C7D0-468E-BB06-07EF27FEB19B}" presName="background3" presStyleLbl="node3" presStyleIdx="0" presStyleCnt="2"/>
      <dgm:spPr/>
    </dgm:pt>
    <dgm:pt modelId="{630DBE47-3BF4-4AFF-8CF1-14C90FB0B815}" type="pres">
      <dgm:prSet presAssocID="{7237D731-C7D0-468E-BB06-07EF27FEB19B}" presName="text3" presStyleLbl="fgAcc3" presStyleIdx="0" presStyleCnt="2">
        <dgm:presLayoutVars>
          <dgm:chPref val="3"/>
        </dgm:presLayoutVars>
      </dgm:prSet>
      <dgm:spPr/>
    </dgm:pt>
    <dgm:pt modelId="{2F172E5D-CCDE-4617-8F90-251AFE74AE89}" type="pres">
      <dgm:prSet presAssocID="{7237D731-C7D0-468E-BB06-07EF27FEB19B}" presName="hierChild4" presStyleCnt="0"/>
      <dgm:spPr/>
    </dgm:pt>
    <dgm:pt modelId="{755FA0F3-DEAE-4120-991D-B700FCEA938C}" type="pres">
      <dgm:prSet presAssocID="{DE3CA54B-81EE-42C2-AAE2-ECF268C0E54C}" presName="Name17" presStyleLbl="parChTrans1D3" presStyleIdx="1" presStyleCnt="2"/>
      <dgm:spPr/>
    </dgm:pt>
    <dgm:pt modelId="{82EE8E89-A488-4775-8377-44131B6A87E0}" type="pres">
      <dgm:prSet presAssocID="{FB683BA5-914F-4A32-B2C8-F059C00A8784}" presName="hierRoot3" presStyleCnt="0"/>
      <dgm:spPr/>
    </dgm:pt>
    <dgm:pt modelId="{94E6914A-AC37-458C-8E1A-390443678EDD}" type="pres">
      <dgm:prSet presAssocID="{FB683BA5-914F-4A32-B2C8-F059C00A8784}" presName="composite3" presStyleCnt="0"/>
      <dgm:spPr/>
    </dgm:pt>
    <dgm:pt modelId="{76E20196-87FD-4DC0-B8A3-41F43F4637CB}" type="pres">
      <dgm:prSet presAssocID="{FB683BA5-914F-4A32-B2C8-F059C00A8784}" presName="background3" presStyleLbl="node3" presStyleIdx="1" presStyleCnt="2"/>
      <dgm:spPr/>
    </dgm:pt>
    <dgm:pt modelId="{B17E92F7-5B67-4484-AB36-A04325A25BA4}" type="pres">
      <dgm:prSet presAssocID="{FB683BA5-914F-4A32-B2C8-F059C00A8784}" presName="text3" presStyleLbl="fgAcc3" presStyleIdx="1" presStyleCnt="2" custScaleX="363331">
        <dgm:presLayoutVars>
          <dgm:chPref val="3"/>
        </dgm:presLayoutVars>
      </dgm:prSet>
      <dgm:spPr/>
    </dgm:pt>
    <dgm:pt modelId="{15BE625D-3DFA-47AE-A55A-AD0396B0BD27}" type="pres">
      <dgm:prSet presAssocID="{FB683BA5-914F-4A32-B2C8-F059C00A8784}" presName="hierChild4" presStyleCnt="0"/>
      <dgm:spPr/>
    </dgm:pt>
    <dgm:pt modelId="{05CBEDBE-7CE1-4EBC-A8D3-EE1A4B4D9023}" type="pres">
      <dgm:prSet presAssocID="{00D4CFBE-6B32-40C7-AF74-567760CCF889}" presName="Name23" presStyleLbl="parChTrans1D4" presStyleIdx="0" presStyleCnt="2"/>
      <dgm:spPr/>
    </dgm:pt>
    <dgm:pt modelId="{B48AE12A-2C82-4C9F-8581-A33FE36D27C0}" type="pres">
      <dgm:prSet presAssocID="{32CE087B-66E4-4DD7-BA96-392607448C44}" presName="hierRoot4" presStyleCnt="0"/>
      <dgm:spPr/>
    </dgm:pt>
    <dgm:pt modelId="{7FC5FA7C-91D5-4895-914F-741878FC584F}" type="pres">
      <dgm:prSet presAssocID="{32CE087B-66E4-4DD7-BA96-392607448C44}" presName="composite4" presStyleCnt="0"/>
      <dgm:spPr/>
    </dgm:pt>
    <dgm:pt modelId="{323EF8E9-5B4D-4E5F-8BAE-7261E0BC3701}" type="pres">
      <dgm:prSet presAssocID="{32CE087B-66E4-4DD7-BA96-392607448C44}" presName="background4" presStyleLbl="node4" presStyleIdx="0" presStyleCnt="2"/>
      <dgm:spPr/>
    </dgm:pt>
    <dgm:pt modelId="{EB951AF1-D114-4DAC-B7B6-DEF997393B41}" type="pres">
      <dgm:prSet presAssocID="{32CE087B-66E4-4DD7-BA96-392607448C44}" presName="text4" presStyleLbl="fgAcc4" presStyleIdx="0" presStyleCnt="2">
        <dgm:presLayoutVars>
          <dgm:chPref val="3"/>
        </dgm:presLayoutVars>
      </dgm:prSet>
      <dgm:spPr/>
    </dgm:pt>
    <dgm:pt modelId="{B1D7C5E4-294A-4C21-B306-87C906B628CF}" type="pres">
      <dgm:prSet presAssocID="{32CE087B-66E4-4DD7-BA96-392607448C44}" presName="hierChild5" presStyleCnt="0"/>
      <dgm:spPr/>
    </dgm:pt>
    <dgm:pt modelId="{9FEDF1DB-88CD-42E7-8BD7-2420D78B940A}" type="pres">
      <dgm:prSet presAssocID="{BA38867E-E077-40AD-919A-A5419E806B65}" presName="Name23" presStyleLbl="parChTrans1D4" presStyleIdx="1" presStyleCnt="2"/>
      <dgm:spPr/>
    </dgm:pt>
    <dgm:pt modelId="{C8792E94-7057-4C16-B450-F370C75EEA00}" type="pres">
      <dgm:prSet presAssocID="{31991497-59D2-4A3C-9938-1D4D7C32E944}" presName="hierRoot4" presStyleCnt="0"/>
      <dgm:spPr/>
    </dgm:pt>
    <dgm:pt modelId="{F7AAED07-93B6-49CC-B02E-E69BCCF5BDB3}" type="pres">
      <dgm:prSet presAssocID="{31991497-59D2-4A3C-9938-1D4D7C32E944}" presName="composite4" presStyleCnt="0"/>
      <dgm:spPr/>
    </dgm:pt>
    <dgm:pt modelId="{F4C402FD-2921-46EB-9B32-27E664F206B8}" type="pres">
      <dgm:prSet presAssocID="{31991497-59D2-4A3C-9938-1D4D7C32E944}" presName="background4" presStyleLbl="node4" presStyleIdx="1" presStyleCnt="2"/>
      <dgm:spPr/>
    </dgm:pt>
    <dgm:pt modelId="{853E9EB7-F2B0-49EF-AC4E-5F681D8F3054}" type="pres">
      <dgm:prSet presAssocID="{31991497-59D2-4A3C-9938-1D4D7C32E944}" presName="text4" presStyleLbl="fgAcc4" presStyleIdx="1" presStyleCnt="2" custScaleX="124017">
        <dgm:presLayoutVars>
          <dgm:chPref val="3"/>
        </dgm:presLayoutVars>
      </dgm:prSet>
      <dgm:spPr/>
    </dgm:pt>
    <dgm:pt modelId="{FB181AF0-CAF1-4025-B2A2-D96AB0888D85}" type="pres">
      <dgm:prSet presAssocID="{31991497-59D2-4A3C-9938-1D4D7C32E944}" presName="hierChild5" presStyleCnt="0"/>
      <dgm:spPr/>
    </dgm:pt>
    <dgm:pt modelId="{BD7BDCCF-2BFE-4A69-B4DD-A3E54FF6C6B7}" type="pres">
      <dgm:prSet presAssocID="{6CE7D751-24C9-4731-8D19-6495333581A9}" presName="Name10" presStyleLbl="parChTrans1D2" presStyleIdx="1" presStyleCnt="2"/>
      <dgm:spPr/>
    </dgm:pt>
    <dgm:pt modelId="{68A46C1D-27F8-46A8-A0F6-31BDA27D5B78}" type="pres">
      <dgm:prSet presAssocID="{57CF3654-888E-43B5-994E-8E97B2B2A7F2}" presName="hierRoot2" presStyleCnt="0"/>
      <dgm:spPr/>
    </dgm:pt>
    <dgm:pt modelId="{F752565D-7E59-4361-97F3-017E918ED142}" type="pres">
      <dgm:prSet presAssocID="{57CF3654-888E-43B5-994E-8E97B2B2A7F2}" presName="composite2" presStyleCnt="0"/>
      <dgm:spPr/>
    </dgm:pt>
    <dgm:pt modelId="{6A7F06BC-2A41-4B8F-8AC2-82C8C62905CD}" type="pres">
      <dgm:prSet presAssocID="{57CF3654-888E-43B5-994E-8E97B2B2A7F2}" presName="background2" presStyleLbl="node2" presStyleIdx="1" presStyleCnt="2"/>
      <dgm:spPr/>
    </dgm:pt>
    <dgm:pt modelId="{C2148DB6-E5E1-4761-8E67-59681A928AEF}" type="pres">
      <dgm:prSet presAssocID="{57CF3654-888E-43B5-994E-8E97B2B2A7F2}" presName="text2" presStyleLbl="fgAcc2" presStyleIdx="1" presStyleCnt="2" custScaleX="140257">
        <dgm:presLayoutVars>
          <dgm:chPref val="3"/>
        </dgm:presLayoutVars>
      </dgm:prSet>
      <dgm:spPr/>
    </dgm:pt>
    <dgm:pt modelId="{0E3933E1-F1F7-47EE-8EC8-242178877C83}" type="pres">
      <dgm:prSet presAssocID="{57CF3654-888E-43B5-994E-8E97B2B2A7F2}" presName="hierChild3" presStyleCnt="0"/>
      <dgm:spPr/>
    </dgm:pt>
  </dgm:ptLst>
  <dgm:cxnLst>
    <dgm:cxn modelId="{569C9704-2D85-4F41-93AC-D3E00E5C03F1}" type="presOf" srcId="{6CE7D751-24C9-4731-8D19-6495333581A9}" destId="{BD7BDCCF-2BFE-4A69-B4DD-A3E54FF6C6B7}" srcOrd="0" destOrd="0" presId="urn:microsoft.com/office/officeart/2005/8/layout/hierarchy1"/>
    <dgm:cxn modelId="{95F9AC09-0A39-40AA-8B5E-501BF8A93B3F}" srcId="{D8258145-261D-4BFE-BD9E-22157544DF08}" destId="{6013B99D-6620-4D0B-B97D-0B6CDE39DBAA}" srcOrd="0" destOrd="0" parTransId="{0CC96175-9A5C-42BF-8B39-B03A09138D59}" sibTransId="{250E2036-90CF-4438-A510-FA4309346806}"/>
    <dgm:cxn modelId="{44525616-CDCD-47CA-97F5-7241EDC7DE34}" srcId="{FB683BA5-914F-4A32-B2C8-F059C00A8784}" destId="{32CE087B-66E4-4DD7-BA96-392607448C44}" srcOrd="0" destOrd="0" parTransId="{00D4CFBE-6B32-40C7-AF74-567760CCF889}" sibTransId="{0ECF253C-ADF0-4F97-941F-B8FF8697F031}"/>
    <dgm:cxn modelId="{5287A422-F84A-4893-8A0E-2E9B638AD195}" type="presOf" srcId="{32CE087B-66E4-4DD7-BA96-392607448C44}" destId="{EB951AF1-D114-4DAC-B7B6-DEF997393B41}" srcOrd="0" destOrd="0" presId="urn:microsoft.com/office/officeart/2005/8/layout/hierarchy1"/>
    <dgm:cxn modelId="{32A54E25-76BF-474C-AA5B-71D969DDD6DF}" type="presOf" srcId="{D8258145-261D-4BFE-BD9E-22157544DF08}" destId="{D0BD99A2-686F-4F4F-8378-D1A66EBFFA7E}" srcOrd="0" destOrd="0" presId="urn:microsoft.com/office/officeart/2005/8/layout/hierarchy1"/>
    <dgm:cxn modelId="{CE6B0D46-9EA2-4144-A6D3-93A2146B3FCA}" srcId="{6013B99D-6620-4D0B-B97D-0B6CDE39DBAA}" destId="{D5C5F2E0-1B93-4E0B-BE40-3D33A7B083DB}" srcOrd="0" destOrd="0" parTransId="{EE645386-94D9-41C2-8716-7048B678B246}" sibTransId="{1DD44C31-9376-4EC7-A443-26EAADF5BB53}"/>
    <dgm:cxn modelId="{9747887A-2651-4D4D-9034-DDA3ED200F87}" type="presOf" srcId="{31991497-59D2-4A3C-9938-1D4D7C32E944}" destId="{853E9EB7-F2B0-49EF-AC4E-5F681D8F3054}" srcOrd="0" destOrd="0" presId="urn:microsoft.com/office/officeart/2005/8/layout/hierarchy1"/>
    <dgm:cxn modelId="{477A377D-E2E7-48B8-B229-072D6876B3A1}" type="presOf" srcId="{F69C4FC3-14D7-45B1-A242-EAD7526199B6}" destId="{7FE075FE-8276-4E02-A017-A6E027EDDF8A}" srcOrd="0" destOrd="0" presId="urn:microsoft.com/office/officeart/2005/8/layout/hierarchy1"/>
    <dgm:cxn modelId="{17D3FD81-FB53-4C59-94E1-0187DB7E22B8}" type="presOf" srcId="{BA38867E-E077-40AD-919A-A5419E806B65}" destId="{9FEDF1DB-88CD-42E7-8BD7-2420D78B940A}" srcOrd="0" destOrd="0" presId="urn:microsoft.com/office/officeart/2005/8/layout/hierarchy1"/>
    <dgm:cxn modelId="{51326699-6B45-4E7D-A39E-7833022A1C22}" type="presOf" srcId="{FB683BA5-914F-4A32-B2C8-F059C00A8784}" destId="{B17E92F7-5B67-4484-AB36-A04325A25BA4}" srcOrd="0" destOrd="0" presId="urn:microsoft.com/office/officeart/2005/8/layout/hierarchy1"/>
    <dgm:cxn modelId="{B6686A9E-82A1-4961-8BBC-24ACFDDA6F34}" srcId="{D5C5F2E0-1B93-4E0B-BE40-3D33A7B083DB}" destId="{7237D731-C7D0-468E-BB06-07EF27FEB19B}" srcOrd="0" destOrd="0" parTransId="{F69C4FC3-14D7-45B1-A242-EAD7526199B6}" sibTransId="{98E49E4E-ABCE-4023-91CD-81F29D03360B}"/>
    <dgm:cxn modelId="{FB85B59F-2E21-4AF1-A6D6-D020E0C5B8F5}" type="presOf" srcId="{57CF3654-888E-43B5-994E-8E97B2B2A7F2}" destId="{C2148DB6-E5E1-4761-8E67-59681A928AEF}" srcOrd="0" destOrd="0" presId="urn:microsoft.com/office/officeart/2005/8/layout/hierarchy1"/>
    <dgm:cxn modelId="{30EFE5A0-5F73-48E9-9E96-0DE6D716B557}" type="presOf" srcId="{6013B99D-6620-4D0B-B97D-0B6CDE39DBAA}" destId="{167A971E-3C4E-453A-8420-7F1C96B456F5}" srcOrd="0" destOrd="0" presId="urn:microsoft.com/office/officeart/2005/8/layout/hierarchy1"/>
    <dgm:cxn modelId="{D2FE69A7-E85D-474A-B465-0C31C19A7120}" type="presOf" srcId="{00D4CFBE-6B32-40C7-AF74-567760CCF889}" destId="{05CBEDBE-7CE1-4EBC-A8D3-EE1A4B4D9023}" srcOrd="0" destOrd="0" presId="urn:microsoft.com/office/officeart/2005/8/layout/hierarchy1"/>
    <dgm:cxn modelId="{94AA1DB0-AF5A-4326-AE9D-EF00B8DF0A4D}" type="presOf" srcId="{EE645386-94D9-41C2-8716-7048B678B246}" destId="{415AE149-84BD-495E-84CC-F656D7075B12}" srcOrd="0" destOrd="0" presId="urn:microsoft.com/office/officeart/2005/8/layout/hierarchy1"/>
    <dgm:cxn modelId="{EB1D6EC3-FB54-4C69-9145-3C9BB9C9B5FD}" type="presOf" srcId="{D5C5F2E0-1B93-4E0B-BE40-3D33A7B083DB}" destId="{AB89F917-803C-48B1-968C-F367DCAC14F0}" srcOrd="0" destOrd="0" presId="urn:microsoft.com/office/officeart/2005/8/layout/hierarchy1"/>
    <dgm:cxn modelId="{E4648AC4-F2D0-4DFB-AA76-F33015D4F3D8}" srcId="{D5C5F2E0-1B93-4E0B-BE40-3D33A7B083DB}" destId="{FB683BA5-914F-4A32-B2C8-F059C00A8784}" srcOrd="1" destOrd="0" parTransId="{DE3CA54B-81EE-42C2-AAE2-ECF268C0E54C}" sibTransId="{1667E05E-C781-43BF-BB72-EDC2C926F22C}"/>
    <dgm:cxn modelId="{D3F9C9C7-BB82-478F-87E6-CCF4145658BC}" srcId="{6013B99D-6620-4D0B-B97D-0B6CDE39DBAA}" destId="{57CF3654-888E-43B5-994E-8E97B2B2A7F2}" srcOrd="1" destOrd="0" parTransId="{6CE7D751-24C9-4731-8D19-6495333581A9}" sibTransId="{6025C0C0-8C5D-4E9D-9061-3899EE5608C4}"/>
    <dgm:cxn modelId="{D54F8ACA-DAF9-49C5-B9EF-BD9CA08CD93D}" type="presOf" srcId="{7237D731-C7D0-468E-BB06-07EF27FEB19B}" destId="{630DBE47-3BF4-4AFF-8CF1-14C90FB0B815}" srcOrd="0" destOrd="0" presId="urn:microsoft.com/office/officeart/2005/8/layout/hierarchy1"/>
    <dgm:cxn modelId="{3359F7EA-1E7B-4F64-AD88-CFF51018A7AA}" srcId="{FB683BA5-914F-4A32-B2C8-F059C00A8784}" destId="{31991497-59D2-4A3C-9938-1D4D7C32E944}" srcOrd="1" destOrd="0" parTransId="{BA38867E-E077-40AD-919A-A5419E806B65}" sibTransId="{9ED26104-0E41-404E-8A31-D9382B3F5C99}"/>
    <dgm:cxn modelId="{18D236F2-F5F8-4319-B05D-CA7736653261}" type="presOf" srcId="{DE3CA54B-81EE-42C2-AAE2-ECF268C0E54C}" destId="{755FA0F3-DEAE-4120-991D-B700FCEA938C}" srcOrd="0" destOrd="0" presId="urn:microsoft.com/office/officeart/2005/8/layout/hierarchy1"/>
    <dgm:cxn modelId="{0FC022FD-CFD3-4DEB-8090-BD0DBE359175}" type="presParOf" srcId="{D0BD99A2-686F-4F4F-8378-D1A66EBFFA7E}" destId="{420F7C0F-AB76-493B-B35F-40BF71AD99D1}" srcOrd="0" destOrd="0" presId="urn:microsoft.com/office/officeart/2005/8/layout/hierarchy1"/>
    <dgm:cxn modelId="{C016EEEC-BAEF-48DD-BA45-7677209116D4}" type="presParOf" srcId="{420F7C0F-AB76-493B-B35F-40BF71AD99D1}" destId="{853B8890-6659-4CB3-B98F-CA1AA405C948}" srcOrd="0" destOrd="0" presId="urn:microsoft.com/office/officeart/2005/8/layout/hierarchy1"/>
    <dgm:cxn modelId="{EA0C68F5-3D3E-43D0-95AD-0D56AA367BCB}" type="presParOf" srcId="{853B8890-6659-4CB3-B98F-CA1AA405C948}" destId="{F4D86307-8CE8-461F-BEC9-A4094E43C641}" srcOrd="0" destOrd="0" presId="urn:microsoft.com/office/officeart/2005/8/layout/hierarchy1"/>
    <dgm:cxn modelId="{F4728120-9476-4451-AE42-CF82A9905DE9}" type="presParOf" srcId="{853B8890-6659-4CB3-B98F-CA1AA405C948}" destId="{167A971E-3C4E-453A-8420-7F1C96B456F5}" srcOrd="1" destOrd="0" presId="urn:microsoft.com/office/officeart/2005/8/layout/hierarchy1"/>
    <dgm:cxn modelId="{C8702B70-019E-4BF3-9193-9AC193A2D66B}" type="presParOf" srcId="{420F7C0F-AB76-493B-B35F-40BF71AD99D1}" destId="{C9575C58-2C6E-446A-B48A-9E80A2401467}" srcOrd="1" destOrd="0" presId="urn:microsoft.com/office/officeart/2005/8/layout/hierarchy1"/>
    <dgm:cxn modelId="{6D131CF5-5858-4C52-A5A7-465522DF2FD1}" type="presParOf" srcId="{C9575C58-2C6E-446A-B48A-9E80A2401467}" destId="{415AE149-84BD-495E-84CC-F656D7075B12}" srcOrd="0" destOrd="0" presId="urn:microsoft.com/office/officeart/2005/8/layout/hierarchy1"/>
    <dgm:cxn modelId="{AFFC759A-C8C7-4D01-B3F4-F7AB8DE0D06F}" type="presParOf" srcId="{C9575C58-2C6E-446A-B48A-9E80A2401467}" destId="{77301101-4659-4596-B7E2-EE5AB01CEBE9}" srcOrd="1" destOrd="0" presId="urn:microsoft.com/office/officeart/2005/8/layout/hierarchy1"/>
    <dgm:cxn modelId="{965B97A4-0F04-47D6-8041-3E952532FD5D}" type="presParOf" srcId="{77301101-4659-4596-B7E2-EE5AB01CEBE9}" destId="{8A8C375C-5F00-4FB2-9173-2CC9E2EA544D}" srcOrd="0" destOrd="0" presId="urn:microsoft.com/office/officeart/2005/8/layout/hierarchy1"/>
    <dgm:cxn modelId="{79AFB921-CC8D-450C-83E5-692CB366FFAB}" type="presParOf" srcId="{8A8C375C-5F00-4FB2-9173-2CC9E2EA544D}" destId="{49ED026F-BF7C-42AC-8A1D-EA26506731E6}" srcOrd="0" destOrd="0" presId="urn:microsoft.com/office/officeart/2005/8/layout/hierarchy1"/>
    <dgm:cxn modelId="{D138AB54-29A3-464E-B69F-DEED917ED778}" type="presParOf" srcId="{8A8C375C-5F00-4FB2-9173-2CC9E2EA544D}" destId="{AB89F917-803C-48B1-968C-F367DCAC14F0}" srcOrd="1" destOrd="0" presId="urn:microsoft.com/office/officeart/2005/8/layout/hierarchy1"/>
    <dgm:cxn modelId="{2CFF4C31-5ADF-4C9A-8461-DD28C9BEB8DB}" type="presParOf" srcId="{77301101-4659-4596-B7E2-EE5AB01CEBE9}" destId="{F8EE8653-BD1A-44E5-9157-6DD9E904DE0C}" srcOrd="1" destOrd="0" presId="urn:microsoft.com/office/officeart/2005/8/layout/hierarchy1"/>
    <dgm:cxn modelId="{78155B1C-CC79-468F-B921-F6AE37F327E1}" type="presParOf" srcId="{F8EE8653-BD1A-44E5-9157-6DD9E904DE0C}" destId="{7FE075FE-8276-4E02-A017-A6E027EDDF8A}" srcOrd="0" destOrd="0" presId="urn:microsoft.com/office/officeart/2005/8/layout/hierarchy1"/>
    <dgm:cxn modelId="{C6737759-B8F3-4F63-B86B-6A9F46CEE341}" type="presParOf" srcId="{F8EE8653-BD1A-44E5-9157-6DD9E904DE0C}" destId="{722D5D32-26A5-4657-99B9-185087E87C55}" srcOrd="1" destOrd="0" presId="urn:microsoft.com/office/officeart/2005/8/layout/hierarchy1"/>
    <dgm:cxn modelId="{D0512D5A-0885-4766-8B34-EA68D85F8D08}" type="presParOf" srcId="{722D5D32-26A5-4657-99B9-185087E87C55}" destId="{4A91A490-331F-4B4D-AD0E-15C2E54BD478}" srcOrd="0" destOrd="0" presId="urn:microsoft.com/office/officeart/2005/8/layout/hierarchy1"/>
    <dgm:cxn modelId="{32BB1843-B732-432F-BEA8-F19BA34EEDAE}" type="presParOf" srcId="{4A91A490-331F-4B4D-AD0E-15C2E54BD478}" destId="{4047D01D-227A-4F83-8230-0B6F19287D7B}" srcOrd="0" destOrd="0" presId="urn:microsoft.com/office/officeart/2005/8/layout/hierarchy1"/>
    <dgm:cxn modelId="{A1B438EA-1C9E-4EFC-B0FF-B9928D224047}" type="presParOf" srcId="{4A91A490-331F-4B4D-AD0E-15C2E54BD478}" destId="{630DBE47-3BF4-4AFF-8CF1-14C90FB0B815}" srcOrd="1" destOrd="0" presId="urn:microsoft.com/office/officeart/2005/8/layout/hierarchy1"/>
    <dgm:cxn modelId="{007F3D27-F9FB-4E6A-8486-2977C0F643D3}" type="presParOf" srcId="{722D5D32-26A5-4657-99B9-185087E87C55}" destId="{2F172E5D-CCDE-4617-8F90-251AFE74AE89}" srcOrd="1" destOrd="0" presId="urn:microsoft.com/office/officeart/2005/8/layout/hierarchy1"/>
    <dgm:cxn modelId="{56519F8F-63AE-4193-9297-40BA4405DFEA}" type="presParOf" srcId="{F8EE8653-BD1A-44E5-9157-6DD9E904DE0C}" destId="{755FA0F3-DEAE-4120-991D-B700FCEA938C}" srcOrd="2" destOrd="0" presId="urn:microsoft.com/office/officeart/2005/8/layout/hierarchy1"/>
    <dgm:cxn modelId="{F046302E-93D6-4300-A887-B17BA1797DC7}" type="presParOf" srcId="{F8EE8653-BD1A-44E5-9157-6DD9E904DE0C}" destId="{82EE8E89-A488-4775-8377-44131B6A87E0}" srcOrd="3" destOrd="0" presId="urn:microsoft.com/office/officeart/2005/8/layout/hierarchy1"/>
    <dgm:cxn modelId="{D5F57A6D-E9CB-4AAA-8876-A9E75549348C}" type="presParOf" srcId="{82EE8E89-A488-4775-8377-44131B6A87E0}" destId="{94E6914A-AC37-458C-8E1A-390443678EDD}" srcOrd="0" destOrd="0" presId="urn:microsoft.com/office/officeart/2005/8/layout/hierarchy1"/>
    <dgm:cxn modelId="{FCBC410D-2B53-4995-B8A4-052AB9AA8833}" type="presParOf" srcId="{94E6914A-AC37-458C-8E1A-390443678EDD}" destId="{76E20196-87FD-4DC0-B8A3-41F43F4637CB}" srcOrd="0" destOrd="0" presId="urn:microsoft.com/office/officeart/2005/8/layout/hierarchy1"/>
    <dgm:cxn modelId="{6B50581C-F3CE-48C9-BD45-EDB3778F33EB}" type="presParOf" srcId="{94E6914A-AC37-458C-8E1A-390443678EDD}" destId="{B17E92F7-5B67-4484-AB36-A04325A25BA4}" srcOrd="1" destOrd="0" presId="urn:microsoft.com/office/officeart/2005/8/layout/hierarchy1"/>
    <dgm:cxn modelId="{D415311F-EFDC-435A-A276-8D080108987D}" type="presParOf" srcId="{82EE8E89-A488-4775-8377-44131B6A87E0}" destId="{15BE625D-3DFA-47AE-A55A-AD0396B0BD27}" srcOrd="1" destOrd="0" presId="urn:microsoft.com/office/officeart/2005/8/layout/hierarchy1"/>
    <dgm:cxn modelId="{4DBBCEE1-D397-493A-8C05-96A197EB670B}" type="presParOf" srcId="{15BE625D-3DFA-47AE-A55A-AD0396B0BD27}" destId="{05CBEDBE-7CE1-4EBC-A8D3-EE1A4B4D9023}" srcOrd="0" destOrd="0" presId="urn:microsoft.com/office/officeart/2005/8/layout/hierarchy1"/>
    <dgm:cxn modelId="{F1D903FA-D2EF-4656-8EAD-4492588904ED}" type="presParOf" srcId="{15BE625D-3DFA-47AE-A55A-AD0396B0BD27}" destId="{B48AE12A-2C82-4C9F-8581-A33FE36D27C0}" srcOrd="1" destOrd="0" presId="urn:microsoft.com/office/officeart/2005/8/layout/hierarchy1"/>
    <dgm:cxn modelId="{9DE1C77E-350A-46F3-9415-52BEA4A18E12}" type="presParOf" srcId="{B48AE12A-2C82-4C9F-8581-A33FE36D27C0}" destId="{7FC5FA7C-91D5-4895-914F-741878FC584F}" srcOrd="0" destOrd="0" presId="urn:microsoft.com/office/officeart/2005/8/layout/hierarchy1"/>
    <dgm:cxn modelId="{E70A7827-A604-4F50-935E-09DA134AEAA0}" type="presParOf" srcId="{7FC5FA7C-91D5-4895-914F-741878FC584F}" destId="{323EF8E9-5B4D-4E5F-8BAE-7261E0BC3701}" srcOrd="0" destOrd="0" presId="urn:microsoft.com/office/officeart/2005/8/layout/hierarchy1"/>
    <dgm:cxn modelId="{66DEAE0D-EE23-4BD8-9764-F8132DA37898}" type="presParOf" srcId="{7FC5FA7C-91D5-4895-914F-741878FC584F}" destId="{EB951AF1-D114-4DAC-B7B6-DEF997393B41}" srcOrd="1" destOrd="0" presId="urn:microsoft.com/office/officeart/2005/8/layout/hierarchy1"/>
    <dgm:cxn modelId="{F89CFC74-12DA-469A-B2A1-F4855A5CF37A}" type="presParOf" srcId="{B48AE12A-2C82-4C9F-8581-A33FE36D27C0}" destId="{B1D7C5E4-294A-4C21-B306-87C906B628CF}" srcOrd="1" destOrd="0" presId="urn:microsoft.com/office/officeart/2005/8/layout/hierarchy1"/>
    <dgm:cxn modelId="{00CFADAD-DF23-4D87-A650-FAB50CF99A82}" type="presParOf" srcId="{15BE625D-3DFA-47AE-A55A-AD0396B0BD27}" destId="{9FEDF1DB-88CD-42E7-8BD7-2420D78B940A}" srcOrd="2" destOrd="0" presId="urn:microsoft.com/office/officeart/2005/8/layout/hierarchy1"/>
    <dgm:cxn modelId="{55C92932-828B-4805-B4B4-E4C3BDE99983}" type="presParOf" srcId="{15BE625D-3DFA-47AE-A55A-AD0396B0BD27}" destId="{C8792E94-7057-4C16-B450-F370C75EEA00}" srcOrd="3" destOrd="0" presId="urn:microsoft.com/office/officeart/2005/8/layout/hierarchy1"/>
    <dgm:cxn modelId="{D45120DE-6BA6-4ABC-87F6-432724EFD475}" type="presParOf" srcId="{C8792E94-7057-4C16-B450-F370C75EEA00}" destId="{F7AAED07-93B6-49CC-B02E-E69BCCF5BDB3}" srcOrd="0" destOrd="0" presId="urn:microsoft.com/office/officeart/2005/8/layout/hierarchy1"/>
    <dgm:cxn modelId="{E0506D08-8D1A-4A3D-962A-25EA5935DF7A}" type="presParOf" srcId="{F7AAED07-93B6-49CC-B02E-E69BCCF5BDB3}" destId="{F4C402FD-2921-46EB-9B32-27E664F206B8}" srcOrd="0" destOrd="0" presId="urn:microsoft.com/office/officeart/2005/8/layout/hierarchy1"/>
    <dgm:cxn modelId="{3EF0E892-5FB6-4A9D-895E-A5D0EBE6C48E}" type="presParOf" srcId="{F7AAED07-93B6-49CC-B02E-E69BCCF5BDB3}" destId="{853E9EB7-F2B0-49EF-AC4E-5F681D8F3054}" srcOrd="1" destOrd="0" presId="urn:microsoft.com/office/officeart/2005/8/layout/hierarchy1"/>
    <dgm:cxn modelId="{49C7B68B-888F-4A6D-BA6E-6D2BD19E015B}" type="presParOf" srcId="{C8792E94-7057-4C16-B450-F370C75EEA00}" destId="{FB181AF0-CAF1-4025-B2A2-D96AB0888D85}" srcOrd="1" destOrd="0" presId="urn:microsoft.com/office/officeart/2005/8/layout/hierarchy1"/>
    <dgm:cxn modelId="{BAC19638-E41F-46CC-9E97-0D4E67F613DF}" type="presParOf" srcId="{C9575C58-2C6E-446A-B48A-9E80A2401467}" destId="{BD7BDCCF-2BFE-4A69-B4DD-A3E54FF6C6B7}" srcOrd="2" destOrd="0" presId="urn:microsoft.com/office/officeart/2005/8/layout/hierarchy1"/>
    <dgm:cxn modelId="{A0665A02-A6AE-4E33-BDCB-546C5D81B311}" type="presParOf" srcId="{C9575C58-2C6E-446A-B48A-9E80A2401467}" destId="{68A46C1D-27F8-46A8-A0F6-31BDA27D5B78}" srcOrd="3" destOrd="0" presId="urn:microsoft.com/office/officeart/2005/8/layout/hierarchy1"/>
    <dgm:cxn modelId="{781531E0-8C62-402D-9730-AF236F816C69}" type="presParOf" srcId="{68A46C1D-27F8-46A8-A0F6-31BDA27D5B78}" destId="{F752565D-7E59-4361-97F3-017E918ED142}" srcOrd="0" destOrd="0" presId="urn:microsoft.com/office/officeart/2005/8/layout/hierarchy1"/>
    <dgm:cxn modelId="{25A5693A-CAF3-45FF-AAC9-ADF1C1B5E072}" type="presParOf" srcId="{F752565D-7E59-4361-97F3-017E918ED142}" destId="{6A7F06BC-2A41-4B8F-8AC2-82C8C62905CD}" srcOrd="0" destOrd="0" presId="urn:microsoft.com/office/officeart/2005/8/layout/hierarchy1"/>
    <dgm:cxn modelId="{A93B1202-440E-4D90-A926-C3FAE4A0CA6C}" type="presParOf" srcId="{F752565D-7E59-4361-97F3-017E918ED142}" destId="{C2148DB6-E5E1-4761-8E67-59681A928AEF}" srcOrd="1" destOrd="0" presId="urn:microsoft.com/office/officeart/2005/8/layout/hierarchy1"/>
    <dgm:cxn modelId="{F3090E89-53D3-479D-8451-3C825BBB4597}" type="presParOf" srcId="{68A46C1D-27F8-46A8-A0F6-31BDA27D5B78}" destId="{0E3933E1-F1F7-47EE-8EC8-242178877C8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7BDCCF-2BFE-4A69-B4DD-A3E54FF6C6B7}">
      <dsp:nvSpPr>
        <dsp:cNvPr id="0" name=""/>
        <dsp:cNvSpPr/>
      </dsp:nvSpPr>
      <dsp:spPr>
        <a:xfrm>
          <a:off x="4156532" y="598514"/>
          <a:ext cx="1943285" cy="2728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5963"/>
              </a:lnTo>
              <a:lnTo>
                <a:pt x="1943285" y="185963"/>
              </a:lnTo>
              <a:lnTo>
                <a:pt x="1943285" y="27288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EDF1DB-88CD-42E7-8BD7-2420D78B940A}">
      <dsp:nvSpPr>
        <dsp:cNvPr id="0" name=""/>
        <dsp:cNvSpPr/>
      </dsp:nvSpPr>
      <dsp:spPr>
        <a:xfrm>
          <a:off x="3941294" y="2335907"/>
          <a:ext cx="573397" cy="2728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5963"/>
              </a:lnTo>
              <a:lnTo>
                <a:pt x="573397" y="185963"/>
              </a:lnTo>
              <a:lnTo>
                <a:pt x="573397" y="27288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CBEDBE-7CE1-4EBC-A8D3-EE1A4B4D9023}">
      <dsp:nvSpPr>
        <dsp:cNvPr id="0" name=""/>
        <dsp:cNvSpPr/>
      </dsp:nvSpPr>
      <dsp:spPr>
        <a:xfrm>
          <a:off x="3255223" y="2335907"/>
          <a:ext cx="686071" cy="272884"/>
        </a:xfrm>
        <a:custGeom>
          <a:avLst/>
          <a:gdLst/>
          <a:ahLst/>
          <a:cxnLst/>
          <a:rect l="0" t="0" r="0" b="0"/>
          <a:pathLst>
            <a:path>
              <a:moveTo>
                <a:pt x="686071" y="0"/>
              </a:moveTo>
              <a:lnTo>
                <a:pt x="686071" y="185963"/>
              </a:lnTo>
              <a:lnTo>
                <a:pt x="0" y="185963"/>
              </a:lnTo>
              <a:lnTo>
                <a:pt x="0" y="27288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5FA0F3-DEAE-4120-991D-B700FCEA938C}">
      <dsp:nvSpPr>
        <dsp:cNvPr id="0" name=""/>
        <dsp:cNvSpPr/>
      </dsp:nvSpPr>
      <dsp:spPr>
        <a:xfrm>
          <a:off x="3367897" y="1467211"/>
          <a:ext cx="573397" cy="2728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5963"/>
              </a:lnTo>
              <a:lnTo>
                <a:pt x="573397" y="185963"/>
              </a:lnTo>
              <a:lnTo>
                <a:pt x="573397" y="27288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E075FE-8276-4E02-A017-A6E027EDDF8A}">
      <dsp:nvSpPr>
        <dsp:cNvPr id="0" name=""/>
        <dsp:cNvSpPr/>
      </dsp:nvSpPr>
      <dsp:spPr>
        <a:xfrm>
          <a:off x="1559101" y="1467211"/>
          <a:ext cx="1808795" cy="272884"/>
        </a:xfrm>
        <a:custGeom>
          <a:avLst/>
          <a:gdLst/>
          <a:ahLst/>
          <a:cxnLst/>
          <a:rect l="0" t="0" r="0" b="0"/>
          <a:pathLst>
            <a:path>
              <a:moveTo>
                <a:pt x="1808795" y="0"/>
              </a:moveTo>
              <a:lnTo>
                <a:pt x="1808795" y="185963"/>
              </a:lnTo>
              <a:lnTo>
                <a:pt x="0" y="185963"/>
              </a:lnTo>
              <a:lnTo>
                <a:pt x="0" y="27288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5AE149-84BD-495E-84CC-F656D7075B12}">
      <dsp:nvSpPr>
        <dsp:cNvPr id="0" name=""/>
        <dsp:cNvSpPr/>
      </dsp:nvSpPr>
      <dsp:spPr>
        <a:xfrm>
          <a:off x="3367897" y="598514"/>
          <a:ext cx="788635" cy="272884"/>
        </a:xfrm>
        <a:custGeom>
          <a:avLst/>
          <a:gdLst/>
          <a:ahLst/>
          <a:cxnLst/>
          <a:rect l="0" t="0" r="0" b="0"/>
          <a:pathLst>
            <a:path>
              <a:moveTo>
                <a:pt x="788635" y="0"/>
              </a:moveTo>
              <a:lnTo>
                <a:pt x="788635" y="185963"/>
              </a:lnTo>
              <a:lnTo>
                <a:pt x="0" y="185963"/>
              </a:lnTo>
              <a:lnTo>
                <a:pt x="0" y="27288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D86307-8CE8-461F-BEC9-A4094E43C641}">
      <dsp:nvSpPr>
        <dsp:cNvPr id="0" name=""/>
        <dsp:cNvSpPr/>
      </dsp:nvSpPr>
      <dsp:spPr>
        <a:xfrm>
          <a:off x="2827291" y="2703"/>
          <a:ext cx="2658483" cy="5958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7A971E-3C4E-453A-8420-7F1C96B456F5}">
      <dsp:nvSpPr>
        <dsp:cNvPr id="0" name=""/>
        <dsp:cNvSpPr/>
      </dsp:nvSpPr>
      <dsp:spPr>
        <a:xfrm>
          <a:off x="2931545" y="101744"/>
          <a:ext cx="2658483" cy="5958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1. Did participant receive 5/6 or 6/6 doses of 1</a:t>
          </a:r>
          <a:r>
            <a:rPr lang="en-CA" sz="1400" kern="1200" baseline="30000"/>
            <a:t>st</a:t>
          </a:r>
          <a:r>
            <a:rPr lang="en-CA" sz="1400" kern="1200"/>
            <a:t> BCG induction?</a:t>
          </a:r>
          <a:endParaRPr lang="en-US" sz="1400" kern="1200"/>
        </a:p>
      </dsp:txBody>
      <dsp:txXfrm>
        <a:off x="2948996" y="119195"/>
        <a:ext cx="2623581" cy="560909"/>
      </dsp:txXfrm>
    </dsp:sp>
    <dsp:sp modelId="{49ED026F-BF7C-42AC-8A1D-EA26506731E6}">
      <dsp:nvSpPr>
        <dsp:cNvPr id="0" name=""/>
        <dsp:cNvSpPr/>
      </dsp:nvSpPr>
      <dsp:spPr>
        <a:xfrm>
          <a:off x="1502491" y="871399"/>
          <a:ext cx="3730812" cy="5958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89F917-803C-48B1-968C-F367DCAC14F0}">
      <dsp:nvSpPr>
        <dsp:cNvPr id="0" name=""/>
        <dsp:cNvSpPr/>
      </dsp:nvSpPr>
      <dsp:spPr>
        <a:xfrm>
          <a:off x="1606745" y="970441"/>
          <a:ext cx="3730812" cy="5958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Yes</a:t>
          </a:r>
          <a:br>
            <a:rPr lang="en-CA" sz="1400" kern="1200"/>
          </a:br>
          <a:r>
            <a:rPr lang="en-CA" sz="1400" kern="1200"/>
            <a:t>2. Did participant receive 2/3 or 3/3 doses of 1</a:t>
          </a:r>
          <a:r>
            <a:rPr lang="en-CA" sz="1400" kern="1200" baseline="30000"/>
            <a:t>st</a:t>
          </a:r>
          <a:r>
            <a:rPr lang="en-CA" sz="1400" kern="1200"/>
            <a:t> BCG maintenance cycle?</a:t>
          </a:r>
          <a:endParaRPr lang="en-US" sz="1400" kern="1200"/>
        </a:p>
      </dsp:txBody>
      <dsp:txXfrm>
        <a:off x="1624196" y="987892"/>
        <a:ext cx="3695910" cy="560909"/>
      </dsp:txXfrm>
    </dsp:sp>
    <dsp:sp modelId="{4047D01D-227A-4F83-8230-0B6F19287D7B}">
      <dsp:nvSpPr>
        <dsp:cNvPr id="0" name=""/>
        <dsp:cNvSpPr/>
      </dsp:nvSpPr>
      <dsp:spPr>
        <a:xfrm>
          <a:off x="1089958" y="1740096"/>
          <a:ext cx="938286" cy="5958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0DBE47-3BF4-4AFF-8CF1-14C90FB0B815}">
      <dsp:nvSpPr>
        <dsp:cNvPr id="0" name=""/>
        <dsp:cNvSpPr/>
      </dsp:nvSpPr>
      <dsp:spPr>
        <a:xfrm>
          <a:off x="1194212" y="1839137"/>
          <a:ext cx="938286" cy="5958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No = Not adequate</a:t>
          </a:r>
          <a:endParaRPr lang="en-US" sz="1400" kern="1200"/>
        </a:p>
      </dsp:txBody>
      <dsp:txXfrm>
        <a:off x="1211663" y="1856588"/>
        <a:ext cx="903384" cy="560909"/>
      </dsp:txXfrm>
    </dsp:sp>
    <dsp:sp modelId="{76E20196-87FD-4DC0-B8A3-41F43F4637CB}">
      <dsp:nvSpPr>
        <dsp:cNvPr id="0" name=""/>
        <dsp:cNvSpPr/>
      </dsp:nvSpPr>
      <dsp:spPr>
        <a:xfrm>
          <a:off x="2236752" y="1740096"/>
          <a:ext cx="3409083" cy="5958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7E92F7-5B67-4484-AB36-A04325A25BA4}">
      <dsp:nvSpPr>
        <dsp:cNvPr id="0" name=""/>
        <dsp:cNvSpPr/>
      </dsp:nvSpPr>
      <dsp:spPr>
        <a:xfrm>
          <a:off x="2341006" y="1839137"/>
          <a:ext cx="3409083" cy="5958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Yes</a:t>
          </a:r>
          <a:br>
            <a:rPr lang="en-CA" sz="1400" kern="1200"/>
          </a:br>
          <a:r>
            <a:rPr lang="en-CA" sz="1400" kern="1200"/>
            <a:t>3. Did participant receive 2/6 or more doses of 2</a:t>
          </a:r>
          <a:r>
            <a:rPr lang="en-CA" sz="1400" kern="1200" baseline="30000"/>
            <a:t>nd</a:t>
          </a:r>
          <a:r>
            <a:rPr lang="en-CA" sz="1400" kern="1200"/>
            <a:t> BCG induction? </a:t>
          </a:r>
          <a:endParaRPr lang="en-US" sz="1400" kern="1200"/>
        </a:p>
      </dsp:txBody>
      <dsp:txXfrm>
        <a:off x="2358457" y="1856588"/>
        <a:ext cx="3374181" cy="560909"/>
      </dsp:txXfrm>
    </dsp:sp>
    <dsp:sp modelId="{323EF8E9-5B4D-4E5F-8BAE-7261E0BC3701}">
      <dsp:nvSpPr>
        <dsp:cNvPr id="0" name=""/>
        <dsp:cNvSpPr/>
      </dsp:nvSpPr>
      <dsp:spPr>
        <a:xfrm>
          <a:off x="2786080" y="2608792"/>
          <a:ext cx="938286" cy="5958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951AF1-D114-4DAC-B7B6-DEF997393B41}">
      <dsp:nvSpPr>
        <dsp:cNvPr id="0" name=""/>
        <dsp:cNvSpPr/>
      </dsp:nvSpPr>
      <dsp:spPr>
        <a:xfrm>
          <a:off x="2890334" y="2707834"/>
          <a:ext cx="938286" cy="5958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Yes, adequate</a:t>
          </a:r>
          <a:endParaRPr lang="en-US" sz="1400" kern="1200"/>
        </a:p>
      </dsp:txBody>
      <dsp:txXfrm>
        <a:off x="2907785" y="2725285"/>
        <a:ext cx="903384" cy="560909"/>
      </dsp:txXfrm>
    </dsp:sp>
    <dsp:sp modelId="{F4C402FD-2921-46EB-9B32-27E664F206B8}">
      <dsp:nvSpPr>
        <dsp:cNvPr id="0" name=""/>
        <dsp:cNvSpPr/>
      </dsp:nvSpPr>
      <dsp:spPr>
        <a:xfrm>
          <a:off x="3932874" y="2608792"/>
          <a:ext cx="1163634" cy="5958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E9EB7-F2B0-49EF-AC4E-5F681D8F3054}">
      <dsp:nvSpPr>
        <dsp:cNvPr id="0" name=""/>
        <dsp:cNvSpPr/>
      </dsp:nvSpPr>
      <dsp:spPr>
        <a:xfrm>
          <a:off x="4037128" y="2707834"/>
          <a:ext cx="1163634" cy="5958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No = Not adequate</a:t>
          </a:r>
          <a:endParaRPr lang="en-US" sz="1400" kern="1200"/>
        </a:p>
      </dsp:txBody>
      <dsp:txXfrm>
        <a:off x="4054579" y="2725285"/>
        <a:ext cx="1128732" cy="560909"/>
      </dsp:txXfrm>
    </dsp:sp>
    <dsp:sp modelId="{6A7F06BC-2A41-4B8F-8AC2-82C8C62905CD}">
      <dsp:nvSpPr>
        <dsp:cNvPr id="0" name=""/>
        <dsp:cNvSpPr/>
      </dsp:nvSpPr>
      <dsp:spPr>
        <a:xfrm>
          <a:off x="5441812" y="871399"/>
          <a:ext cx="1316011" cy="5958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148DB6-E5E1-4761-8E67-59681A928AEF}">
      <dsp:nvSpPr>
        <dsp:cNvPr id="0" name=""/>
        <dsp:cNvSpPr/>
      </dsp:nvSpPr>
      <dsp:spPr>
        <a:xfrm>
          <a:off x="5546066" y="970441"/>
          <a:ext cx="1316011" cy="5958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No = Not adequate</a:t>
          </a:r>
          <a:endParaRPr lang="en-US" sz="1400" kern="1200"/>
        </a:p>
      </dsp:txBody>
      <dsp:txXfrm>
        <a:off x="5563517" y="987892"/>
        <a:ext cx="1281109" cy="5609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9">
            <a:extLst>
              <a:ext uri="{FF2B5EF4-FFF2-40B4-BE49-F238E27FC236}">
                <a16:creationId xmlns:a16="http://schemas.microsoft.com/office/drawing/2014/main" id="{B0C68488-CB1F-684C-AF2F-B5E4FEA7FE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038" y="3102465"/>
            <a:ext cx="8301781" cy="1059791"/>
          </a:xfrm>
        </p:spPr>
        <p:txBody>
          <a:bodyPr anchor="b">
            <a:noAutofit/>
          </a:bodyPr>
          <a:lstStyle>
            <a:lvl1pPr>
              <a:defRPr sz="5398"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B56DF7CC-6CFC-0747-ADC5-570E530032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7432" y="4707415"/>
            <a:ext cx="8200387" cy="595312"/>
          </a:xfrm>
        </p:spPr>
        <p:txBody>
          <a:bodyPr>
            <a:normAutofit/>
          </a:bodyPr>
          <a:lstStyle>
            <a:lvl1pPr>
              <a:buNone/>
              <a:defRPr sz="2799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EF4DCA72-D2F4-1048-B792-34C2DCC933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7431" y="5740771"/>
            <a:ext cx="3276325" cy="324394"/>
          </a:xfrm>
        </p:spPr>
        <p:txBody>
          <a:bodyPr anchor="ctr">
            <a:normAutofit/>
          </a:bodyPr>
          <a:lstStyle>
            <a:lvl1pPr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6EB812-DF01-0EAA-80FF-357C39D991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59537" y="656132"/>
            <a:ext cx="3353654" cy="8518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E79CD5-CB37-6BD2-DBD9-7342B26E1B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309451"/>
            <a:ext cx="9157818" cy="2453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8CEC88-3788-44DA-DC0E-AF36E87EED4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38858" y="6343197"/>
            <a:ext cx="1404503" cy="31714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FD0F9FC-3A06-C671-5CB0-65DDD2DBF6FD}"/>
              </a:ext>
            </a:extLst>
          </p:cNvPr>
          <p:cNvCxnSpPr/>
          <p:nvPr userDrawn="1"/>
        </p:nvCxnSpPr>
        <p:spPr>
          <a:xfrm>
            <a:off x="10038522" y="6351298"/>
            <a:ext cx="0" cy="3339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9ABC6E1B-4CAB-30FB-6FB9-EE12504543B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828137" y="6307408"/>
            <a:ext cx="1010052" cy="37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842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9">
            <a:extLst>
              <a:ext uri="{FF2B5EF4-FFF2-40B4-BE49-F238E27FC236}">
                <a16:creationId xmlns:a16="http://schemas.microsoft.com/office/drawing/2014/main" id="{EECD089B-7384-DC44-9F3F-4A05D8F8E7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7807" y="2873692"/>
            <a:ext cx="8301781" cy="1059791"/>
          </a:xfrm>
        </p:spPr>
        <p:txBody>
          <a:bodyPr anchor="b">
            <a:noAutofit/>
          </a:bodyPr>
          <a:lstStyle>
            <a:lvl1pPr>
              <a:defRPr sz="4799" b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page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2C5007-1122-0247-9982-2FAC88977FED}"/>
              </a:ext>
            </a:extLst>
          </p:cNvPr>
          <p:cNvSpPr/>
          <p:nvPr userDrawn="1"/>
        </p:nvSpPr>
        <p:spPr>
          <a:xfrm>
            <a:off x="2356176" y="5187827"/>
            <a:ext cx="9835825" cy="47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A389CF3C-1979-9E4E-834C-07B559C4D4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42239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A198E710-0FDD-EE48-9EA2-810D9F98C5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6038" y="6422399"/>
            <a:ext cx="11317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9D14CD2A-38F4-8547-8064-3F8E7BEABE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44FDB3-5005-4121-4391-2C4AACD205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8953" y="649930"/>
            <a:ext cx="3311189" cy="84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050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A389CF3C-1979-9E4E-834C-07B559C4D4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42239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898989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12" name="Title 9">
            <a:extLst>
              <a:ext uri="{FF2B5EF4-FFF2-40B4-BE49-F238E27FC236}">
                <a16:creationId xmlns:a16="http://schemas.microsoft.com/office/drawing/2014/main" id="{073E6F1D-161F-D34B-91A7-2D51B7D9CC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268" y="3081273"/>
            <a:ext cx="6649465" cy="1059791"/>
          </a:xfrm>
        </p:spPr>
        <p:txBody>
          <a:bodyPr anchor="b">
            <a:noAutofit/>
          </a:bodyPr>
          <a:lstStyle>
            <a:lvl1pPr algn="ctr">
              <a:defRPr sz="3599"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4" name="Slide Number Placeholder 7">
            <a:extLst>
              <a:ext uri="{FF2B5EF4-FFF2-40B4-BE49-F238E27FC236}">
                <a16:creationId xmlns:a16="http://schemas.microsoft.com/office/drawing/2014/main" id="{E8E796ED-57EB-7C44-B437-53B76B87BEF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532435" y="6422399"/>
            <a:ext cx="1131769" cy="365125"/>
          </a:xfrm>
        </p:spPr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fld id="{9D14CD2A-38F4-8547-8064-3F8E7BEABE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058BE6-648C-4323-44C4-FD010104DF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59537" y="656132"/>
            <a:ext cx="3353654" cy="8518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C4DF47-216F-6B21-8BD6-04F94F303F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71267" y="4141062"/>
            <a:ext cx="6649465" cy="103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C347E2-1F75-D702-5FF7-E35220B80EB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38858" y="6343197"/>
            <a:ext cx="1404503" cy="31714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8C0D8D-2100-8284-024E-2DEDB15556D6}"/>
              </a:ext>
            </a:extLst>
          </p:cNvPr>
          <p:cNvCxnSpPr/>
          <p:nvPr userDrawn="1"/>
        </p:nvCxnSpPr>
        <p:spPr>
          <a:xfrm>
            <a:off x="10038522" y="6351298"/>
            <a:ext cx="0" cy="3339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A99029E7-0763-0A49-FD29-C2D715537B7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828137" y="6307408"/>
            <a:ext cx="1010052" cy="37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996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67CB7-1682-0C4E-8B4B-D005FC947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434" y="70478"/>
            <a:ext cx="9428068" cy="67625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9CC78-6577-3148-A994-C65D2D10054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32435" y="1088022"/>
            <a:ext cx="11127132" cy="5125455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DD17F06-1D5E-4A46-A362-C9D8D124569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9C66846-12E8-B740-9365-6199CD5769C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D14CD2A-38F4-8547-8064-3F8E7BEABE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252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67CB7-1682-0C4E-8B4B-D005FC947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434" y="70478"/>
            <a:ext cx="9428068" cy="676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3153E8-2528-9D4C-94DB-A11E8D8A86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1" y="6426817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9CC78-6577-3148-A994-C65D2D10054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32435" y="1088022"/>
            <a:ext cx="5563566" cy="51254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973DB079-F1A8-B14C-89E6-8BC3728D407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1088021"/>
            <a:ext cx="5563566" cy="51254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</a:t>
            </a:r>
            <a:r>
              <a:rPr lang="en-US" err="1"/>
              <a:t>levelc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2ED3EEF-3AF1-8E43-86B6-9D02FBBAD0F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D14CD2A-38F4-8547-8064-3F8E7BEABE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666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67CB7-1682-0C4E-8B4B-D005FC947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434" y="70478"/>
            <a:ext cx="9428068" cy="676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3153E8-2528-9D4C-94DB-A11E8D8A86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1" y="6426817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9CC78-6577-3148-A994-C65D2D10054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32435" y="1088022"/>
            <a:ext cx="5563566" cy="51254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374C5FF-BB18-7B43-86C5-AA0053F1CE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088022"/>
            <a:ext cx="5563565" cy="512545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F394C-8076-E447-A092-6BF19EA36AD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D14CD2A-38F4-8547-8064-3F8E7BEABE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4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67CB7-1682-0C4E-8B4B-D005FC947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434" y="70478"/>
            <a:ext cx="9428068" cy="676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3153E8-2528-9D4C-94DB-A11E8D8A86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1" y="6426817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E02EB-BEC2-9243-B77E-1BEF144360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anchor="ctr"/>
          <a:lstStyle/>
          <a:p>
            <a:fld id="{9D14CD2A-38F4-8547-8064-3F8E7BEABE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168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013F82AB-8602-F64B-8B3C-7B3DF71EA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434" y="70478"/>
            <a:ext cx="9428068" cy="676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A4D058-7B83-2C46-9410-59ABADAAC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2435" y="1088021"/>
            <a:ext cx="10660285" cy="50889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153723-BDCE-2746-8FAB-F989B7ADD4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42239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BA27B9-5EBF-A94F-AF77-B25A8F85DC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2435" y="6422399"/>
            <a:ext cx="11317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4CD2A-38F4-8547-8064-3F8E7BEABE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385797-C0E4-10E9-EFEB-6F5CAFFE8E88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/>
          <a:stretch/>
        </p:blipFill>
        <p:spPr>
          <a:xfrm>
            <a:off x="10304556" y="197659"/>
            <a:ext cx="1586857" cy="4030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5BD72A-DA97-D068-84C7-9122C617D5B7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532435" y="681039"/>
            <a:ext cx="11659566" cy="656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43B1FB-47C7-345A-FC68-C00523BF01D1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 flipH="1">
            <a:off x="-16205" y="6167439"/>
            <a:ext cx="11659566" cy="656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B222EE-51D9-6EAC-B802-0DAD7871C9EF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238858" y="6343197"/>
            <a:ext cx="1404503" cy="31714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4F215C8-9FC9-C289-D59F-7A6B717FC6B4}"/>
              </a:ext>
            </a:extLst>
          </p:cNvPr>
          <p:cNvCxnSpPr/>
          <p:nvPr userDrawn="1"/>
        </p:nvCxnSpPr>
        <p:spPr>
          <a:xfrm>
            <a:off x="10038522" y="6351298"/>
            <a:ext cx="0" cy="3339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9ECE862A-776C-5FD0-3351-B0CDD769D4D1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828137" y="6307408"/>
            <a:ext cx="1010052" cy="3778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9A565DE-6D65-4F2B-4C83-765EF3B5B16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8700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nl-NL" sz="1200">
                <a:solidFill>
                  <a:srgbClr val="00B29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Bedrijfseigendom-Proprietary</a:t>
            </a:r>
          </a:p>
        </p:txBody>
      </p:sp>
    </p:spTree>
    <p:extLst>
      <p:ext uri="{BB962C8B-B14F-4D97-AF65-F5344CB8AC3E}">
        <p14:creationId xmlns:p14="http://schemas.microsoft.com/office/powerpoint/2010/main" val="3734817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dt="0"/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2799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399" indent="-171399" algn="l" defTabSz="914126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tabLst/>
        <a:defRPr sz="1999" kern="1200">
          <a:solidFill>
            <a:schemeClr val="tx2"/>
          </a:solidFill>
          <a:latin typeface="+mn-lt"/>
          <a:ea typeface="+mn-ea"/>
          <a:cs typeface="+mn-cs"/>
        </a:defRPr>
      </a:lvl1pPr>
      <a:lvl2pPr marL="342797" indent="-171399" algn="l" defTabSz="914126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tabLst/>
        <a:defRPr sz="1799" kern="1200">
          <a:solidFill>
            <a:schemeClr val="tx2"/>
          </a:solidFill>
          <a:latin typeface="+mn-lt"/>
          <a:ea typeface="+mn-ea"/>
          <a:cs typeface="+mn-cs"/>
        </a:defRPr>
      </a:lvl2pPr>
      <a:lvl3pPr marL="514196" indent="-168225" algn="l" defTabSz="914126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685594" indent="-171399" algn="l" defTabSz="914126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856993" indent="-168225" algn="l" defTabSz="914126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  <a:alpha val="3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67BD91-1AA9-C13F-8B8C-0A2974EFED5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33883" y="1088630"/>
            <a:ext cx="11334229" cy="5124120"/>
          </a:xfrm>
        </p:spPr>
        <p:txBody>
          <a:bodyPr/>
          <a:lstStyle/>
          <a:p>
            <a:pPr fontAlgn="base">
              <a:spcBef>
                <a:spcPts val="300"/>
              </a:spcBef>
              <a:buSzPts val="1200"/>
              <a:buFont typeface="Wingdings" panose="05000000000000000000" pitchFamily="2" charset="2"/>
              <a:buChar char="ü"/>
              <a:tabLst>
                <a:tab pos="272968" algn="l"/>
              </a:tabLst>
            </a:pPr>
            <a:r>
              <a:rPr lang="en-US" b="1" dirty="0">
                <a:ea typeface="MS Gothic" panose="020B0609070205080204" pitchFamily="49" charset="-128"/>
              </a:rPr>
              <a:t>CIS</a:t>
            </a:r>
            <a:r>
              <a:rPr lang="en-US" dirty="0">
                <a:ea typeface="MS Gothic" panose="020B0609070205080204" pitchFamily="49" charset="-128"/>
              </a:rPr>
              <a:t> histology confirmed by BICR with or without papillary disease (HG Ta and/or T1) </a:t>
            </a:r>
          </a:p>
          <a:p>
            <a:pPr fontAlgn="base">
              <a:spcBef>
                <a:spcPts val="300"/>
              </a:spcBef>
              <a:buSzPts val="1200"/>
              <a:buFont typeface="Wingdings" panose="05000000000000000000" pitchFamily="2" charset="2"/>
              <a:buChar char="ü"/>
              <a:tabLst>
                <a:tab pos="272968" algn="l"/>
              </a:tabLst>
            </a:pPr>
            <a:r>
              <a:rPr lang="en-US" dirty="0">
                <a:ea typeface="MS Gothic" panose="020B0609070205080204" pitchFamily="49" charset="-128"/>
              </a:rPr>
              <a:t>is ineligible for, or refusing, any </a:t>
            </a:r>
            <a:r>
              <a:rPr lang="en-US" b="1" dirty="0">
                <a:ea typeface="MS Gothic" panose="020B0609070205080204" pitchFamily="49" charset="-128"/>
              </a:rPr>
              <a:t>I-VESIC</a:t>
            </a:r>
            <a:r>
              <a:rPr lang="en-US" dirty="0">
                <a:ea typeface="MS Gothic" panose="020B0609070205080204" pitchFamily="49" charset="-128"/>
              </a:rPr>
              <a:t> therapy.</a:t>
            </a:r>
          </a:p>
          <a:p>
            <a:pPr fontAlgn="base">
              <a:spcBef>
                <a:spcPts val="300"/>
              </a:spcBef>
              <a:buSzPts val="1200"/>
              <a:buFont typeface="Wingdings" panose="05000000000000000000" pitchFamily="2" charset="2"/>
              <a:buChar char="ü"/>
              <a:tabLst>
                <a:tab pos="272968" algn="l"/>
              </a:tabLst>
            </a:pPr>
            <a:endParaRPr lang="en-US" dirty="0"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fontAlgn="base">
              <a:spcBef>
                <a:spcPts val="300"/>
              </a:spcBef>
              <a:buSzPts val="1200"/>
              <a:buFont typeface="Wingdings" panose="05000000000000000000" pitchFamily="2" charset="2"/>
              <a:buChar char="ü"/>
              <a:tabLst>
                <a:tab pos="272968" algn="l"/>
              </a:tabLst>
            </a:pPr>
            <a:endParaRPr lang="en-US" dirty="0"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fontAlgn="base">
              <a:spcBef>
                <a:spcPts val="300"/>
              </a:spcBef>
              <a:buSzPts val="1200"/>
              <a:buFont typeface="Wingdings" panose="05000000000000000000" pitchFamily="2" charset="2"/>
              <a:buChar char="ü"/>
              <a:tabLst>
                <a:tab pos="272968" algn="l"/>
              </a:tabLst>
            </a:pPr>
            <a:endParaRPr lang="en-US" dirty="0"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fontAlgn="base">
              <a:spcBef>
                <a:spcPts val="300"/>
              </a:spcBef>
              <a:buSzPts val="1200"/>
              <a:buFont typeface="Wingdings" panose="05000000000000000000" pitchFamily="2" charset="2"/>
              <a:buChar char="ü"/>
              <a:tabLst>
                <a:tab pos="272968" algn="l"/>
              </a:tabLst>
            </a:pPr>
            <a:r>
              <a:rPr lang="en-US" dirty="0">
                <a:ea typeface="MS Gothic" panose="020B0609070205080204" pitchFamily="49" charset="-128"/>
                <a:cs typeface="Times New Roman" panose="02020603050405020304" pitchFamily="18" charset="0"/>
              </a:rPr>
              <a:t>Confirmation of </a:t>
            </a:r>
            <a:r>
              <a:rPr lang="en-US" b="1" dirty="0">
                <a:ea typeface="MS Gothic" panose="020B0609070205080204" pitchFamily="49" charset="-128"/>
                <a:cs typeface="Times New Roman" panose="02020603050405020304" pitchFamily="18" charset="0"/>
              </a:rPr>
              <a:t>T1</a:t>
            </a:r>
            <a:r>
              <a:rPr lang="en-US" dirty="0">
                <a:ea typeface="MS Gothic" panose="020B0609070205080204" pitchFamily="49" charset="-128"/>
                <a:cs typeface="Times New Roman" panose="02020603050405020304" pitchFamily="18" charset="0"/>
              </a:rPr>
              <a:t> stage tumor requires the </a:t>
            </a:r>
            <a:r>
              <a:rPr lang="en-US" b="1" dirty="0">
                <a:ea typeface="MS Gothic" panose="020B0609070205080204" pitchFamily="49" charset="-128"/>
                <a:cs typeface="Times New Roman" panose="02020603050405020304" pitchFamily="18" charset="0"/>
              </a:rPr>
              <a:t>presence of detrusor muscle</a:t>
            </a:r>
          </a:p>
          <a:p>
            <a:pPr fontAlgn="base">
              <a:spcBef>
                <a:spcPts val="300"/>
              </a:spcBef>
              <a:buSzPts val="1200"/>
              <a:buFont typeface="Wingdings" panose="05000000000000000000" pitchFamily="2" charset="2"/>
              <a:buChar char="ü"/>
              <a:tabLst>
                <a:tab pos="272968" algn="l"/>
              </a:tabLst>
            </a:pPr>
            <a:r>
              <a:rPr lang="en-US" b="1" dirty="0">
                <a:ea typeface="MS Gothic" panose="020B0609070205080204" pitchFamily="49" charset="-128"/>
                <a:cs typeface="Times New Roman" panose="02020603050405020304" pitchFamily="18" charset="0"/>
              </a:rPr>
              <a:t>Most recent TURBT with HR NMIBC </a:t>
            </a:r>
            <a:r>
              <a:rPr lang="en-US" dirty="0">
                <a:ea typeface="MS Gothic" panose="020B0609070205080204" pitchFamily="49" charset="-128"/>
                <a:cs typeface="Times New Roman" panose="02020603050405020304" pitchFamily="18" charset="0"/>
              </a:rPr>
              <a:t>per BICR is within </a:t>
            </a:r>
            <a:r>
              <a:rPr lang="en-US" b="1" dirty="0">
                <a:ea typeface="MS Gothic" panose="020B0609070205080204" pitchFamily="49" charset="-128"/>
                <a:cs typeface="Times New Roman" panose="02020603050405020304" pitchFamily="18" charset="0"/>
              </a:rPr>
              <a:t>12 weeks of randomization</a:t>
            </a:r>
            <a:br>
              <a:rPr lang="en-US" b="1" dirty="0">
                <a:ea typeface="MS Gothic" panose="020B0609070205080204" pitchFamily="49" charset="-128"/>
                <a:cs typeface="Times New Roman" panose="02020603050405020304" pitchFamily="18" charset="0"/>
              </a:rPr>
            </a:br>
            <a:r>
              <a:rPr lang="en-US" b="1" dirty="0">
                <a:ea typeface="MS Gothic" panose="020B0609070205080204" pitchFamily="49" charset="-128"/>
                <a:cs typeface="Times New Roman" panose="02020603050405020304" pitchFamily="18" charset="0"/>
              </a:rPr>
              <a:t>/allocation</a:t>
            </a:r>
          </a:p>
          <a:p>
            <a:pPr fontAlgn="base">
              <a:spcBef>
                <a:spcPts val="300"/>
              </a:spcBef>
              <a:buSzPts val="1200"/>
              <a:buFont typeface="Wingdings" panose="05000000000000000000" pitchFamily="2" charset="2"/>
              <a:buChar char="ü"/>
              <a:tabLst>
                <a:tab pos="272968" algn="l"/>
              </a:tabLst>
            </a:pPr>
            <a:r>
              <a:rPr lang="en-US" dirty="0">
                <a:ea typeface="Batang" panose="02030600000101010101" pitchFamily="18" charset="-127"/>
              </a:rPr>
              <a:t>A visually complete resection of all papillary tumors was performed</a:t>
            </a:r>
          </a:p>
          <a:p>
            <a:pPr fontAlgn="base">
              <a:spcBef>
                <a:spcPts val="300"/>
              </a:spcBef>
              <a:buSzPts val="1200"/>
              <a:buFont typeface="Wingdings" panose="05000000000000000000" pitchFamily="2" charset="2"/>
              <a:buChar char="ü"/>
              <a:tabLst>
                <a:tab pos="272968" algn="l"/>
              </a:tabLst>
            </a:pPr>
            <a:r>
              <a:rPr lang="en-US" dirty="0">
                <a:ea typeface="Batang" panose="02030600000101010101" pitchFamily="18" charset="-127"/>
              </a:rPr>
              <a:t>Individuals with BICR </a:t>
            </a:r>
            <a:r>
              <a:rPr lang="en-US" b="1" dirty="0">
                <a:ea typeface="Batang" panose="02030600000101010101" pitchFamily="18" charset="-127"/>
              </a:rPr>
              <a:t>T1 disease must have undergone a restaging TURBT </a:t>
            </a:r>
          </a:p>
          <a:p>
            <a:pPr lvl="2" fontAlgn="base">
              <a:spcBef>
                <a:spcPts val="1200"/>
              </a:spcBef>
              <a:buSzPts val="1200"/>
              <a:buFont typeface="Wingdings" panose="05000000000000000000" pitchFamily="2" charset="2"/>
              <a:buChar char="ü"/>
              <a:tabLst>
                <a:tab pos="272968" algn="l"/>
              </a:tabLst>
            </a:pPr>
            <a:r>
              <a:rPr lang="en-US" sz="1999" dirty="0">
                <a:ea typeface="Batang" panose="02030600000101010101" pitchFamily="18" charset="-127"/>
              </a:rPr>
              <a:t>within </a:t>
            </a:r>
            <a:r>
              <a:rPr lang="en-US" sz="1999" b="1" dirty="0">
                <a:ea typeface="Batang" panose="02030600000101010101" pitchFamily="18" charset="-127"/>
              </a:rPr>
              <a:t>12 weeks before randomization/allocation </a:t>
            </a:r>
            <a:r>
              <a:rPr lang="en-US" sz="1999" dirty="0">
                <a:ea typeface="Batang" panose="02030600000101010101" pitchFamily="18" charset="-127"/>
              </a:rPr>
              <a:t>even if the previous TURBT was performed &gt;12 weeks before randomization/allocation</a:t>
            </a:r>
          </a:p>
          <a:p>
            <a:pPr lvl="2" fontAlgn="base">
              <a:spcBef>
                <a:spcPts val="1200"/>
              </a:spcBef>
              <a:buSzPts val="1200"/>
              <a:buFont typeface="Wingdings" panose="05000000000000000000" pitchFamily="2" charset="2"/>
              <a:buChar char="ü"/>
              <a:tabLst>
                <a:tab pos="272968" algn="l"/>
              </a:tabLst>
            </a:pPr>
            <a:r>
              <a:rPr lang="en-US" sz="1999" dirty="0">
                <a:ea typeface="Batang" panose="02030600000101010101" pitchFamily="18" charset="-127"/>
              </a:rPr>
              <a:t>Is BICR-confirmed as absent of muscle-invasive tumor (≥T2) with or without a high-risk NMIBC diagnosis</a:t>
            </a:r>
          </a:p>
          <a:p>
            <a:pPr fontAlgn="base">
              <a:spcBef>
                <a:spcPts val="300"/>
              </a:spcBef>
              <a:buSzPts val="1200"/>
              <a:buFont typeface="Wingdings" panose="05000000000000000000" pitchFamily="2" charset="2"/>
              <a:buChar char="ü"/>
              <a:tabLst>
                <a:tab pos="272968" algn="l"/>
              </a:tabLst>
            </a:pPr>
            <a:endParaRPr lang="en-US" b="1" dirty="0"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DBE402A-ED69-C69F-9B34-6E9A6DEE2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Key Inclusion Criteria – </a:t>
            </a:r>
            <a:r>
              <a:rPr lang="en-CA" b="1" dirty="0">
                <a:solidFill>
                  <a:srgbClr val="FF0000"/>
                </a:solidFill>
              </a:rPr>
              <a:t>Cohort B: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95DAD7-089E-CFF1-0C23-ED6C7ED67DB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126"/>
            <a:r>
              <a:rPr lang="en-US">
                <a:solidFill>
                  <a:srgbClr val="000000">
                    <a:tint val="75000"/>
                  </a:srgbClr>
                </a:solidFill>
                <a:latin typeface="Arial" panose="020B0604020202020204"/>
                <a:cs typeface="+mn-cs"/>
              </a:rPr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41EBE-D6E2-4DFD-46F4-8D02460E119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defTabSz="914126"/>
            <a:fld id="{9D14CD2A-38F4-8547-8064-3F8E7BEABE5D}" type="slidenum">
              <a:rPr lang="en-US">
                <a:solidFill>
                  <a:srgbClr val="000000">
                    <a:tint val="75000"/>
                  </a:srgbClr>
                </a:solidFill>
                <a:latin typeface="Arial" panose="020B0604020202020204"/>
                <a:cs typeface="+mn-cs"/>
              </a:rPr>
              <a:pPr defTabSz="914126"/>
              <a:t>1</a:t>
            </a:fld>
            <a:endParaRPr lang="en-US">
              <a:solidFill>
                <a:srgbClr val="000000">
                  <a:tint val="75000"/>
                </a:srgbClr>
              </a:solidFill>
              <a:latin typeface="Arial" panose="020B0604020202020204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BF6E39-DDA2-CD8E-3554-C8E99FB13ED4}"/>
              </a:ext>
            </a:extLst>
          </p:cNvPr>
          <p:cNvSpPr txBox="1"/>
          <p:nvPr/>
        </p:nvSpPr>
        <p:spPr>
          <a:xfrm>
            <a:off x="661273" y="6309395"/>
            <a:ext cx="7474618" cy="307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1400" i="1">
                <a:solidFill>
                  <a:srgbClr val="0A8A7F"/>
                </a:solidFill>
                <a:latin typeface="Invention Light"/>
                <a:cs typeface="Arial"/>
              </a:rPr>
              <a:t>**Note this is not a full list. Please refer to protocol for full list</a:t>
            </a:r>
            <a:endParaRPr lang="en-US" sz="140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D2EC42-EFDF-E5FB-0743-84781D77B183}"/>
              </a:ext>
            </a:extLst>
          </p:cNvPr>
          <p:cNvSpPr/>
          <p:nvPr/>
        </p:nvSpPr>
        <p:spPr>
          <a:xfrm>
            <a:off x="6492277" y="1468387"/>
            <a:ext cx="4201628" cy="101964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 defTabSz="914126"/>
            <a:r>
              <a:rPr lang="en-CA" sz="1799" dirty="0">
                <a:solidFill>
                  <a:srgbClr val="0A8A7F"/>
                </a:solidFill>
                <a:latin typeface="Arial" panose="020B0604020202020204"/>
              </a:rPr>
              <a:t>The cause of ineligibility or subject refusal must be clearly documented in the source document. </a:t>
            </a:r>
          </a:p>
        </p:txBody>
      </p:sp>
    </p:spTree>
    <p:extLst>
      <p:ext uri="{BB962C8B-B14F-4D97-AF65-F5344CB8AC3E}">
        <p14:creationId xmlns:p14="http://schemas.microsoft.com/office/powerpoint/2010/main" val="3112549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  <a:alpha val="3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DBE402A-ED69-C69F-9B34-6E9A6DEE2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Key Inclusion Criteria – </a:t>
            </a:r>
            <a:r>
              <a:rPr lang="en-CA" b="1" dirty="0">
                <a:solidFill>
                  <a:srgbClr val="FF0000"/>
                </a:solidFill>
              </a:rPr>
              <a:t>Cohort B: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67BD91-1AA9-C13F-8B8C-0A2974EFED5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33883" y="747428"/>
            <a:ext cx="11334229" cy="5465323"/>
          </a:xfrm>
        </p:spPr>
        <p:txBody>
          <a:bodyPr vert="horz" lIns="91440" tIns="45720" rIns="91440" bIns="45720" rtlCol="0" anchor="t">
            <a:noAutofit/>
          </a:bodyPr>
          <a:lstStyle/>
          <a:p>
            <a:pPr fontAlgn="base">
              <a:spcBef>
                <a:spcPts val="300"/>
              </a:spcBef>
              <a:buSzPts val="1200"/>
              <a:buFont typeface="Wingdings" panose="05000000000000000000" pitchFamily="2" charset="2"/>
              <a:buChar char="ü"/>
              <a:tabLst>
                <a:tab pos="272968" algn="l"/>
              </a:tabLst>
            </a:pPr>
            <a:r>
              <a:rPr lang="en-US" dirty="0">
                <a:ea typeface="Batang" panose="02030600000101010101" pitchFamily="18" charset="-127"/>
              </a:rPr>
              <a:t>Is BCG-naïve defined as:</a:t>
            </a:r>
          </a:p>
          <a:p>
            <a:pPr lvl="2" fontAlgn="base">
              <a:spcBef>
                <a:spcPts val="300"/>
              </a:spcBef>
              <a:buSzPts val="1200"/>
              <a:buFont typeface="Wingdings" panose="05000000000000000000" pitchFamily="2" charset="2"/>
              <a:buChar char="ü"/>
              <a:tabLst>
                <a:tab pos="272968" algn="l"/>
              </a:tabLst>
            </a:pPr>
            <a:r>
              <a:rPr lang="en-US" sz="1799" dirty="0">
                <a:ea typeface="Batang" panose="02030600000101010101" pitchFamily="18" charset="-127"/>
              </a:rPr>
              <a:t>never received BCG or </a:t>
            </a:r>
          </a:p>
          <a:p>
            <a:pPr lvl="2" fontAlgn="base">
              <a:spcBef>
                <a:spcPts val="300"/>
              </a:spcBef>
              <a:buSzPts val="1200"/>
              <a:buFont typeface="Wingdings" panose="05000000000000000000" pitchFamily="2" charset="2"/>
              <a:buChar char="ü"/>
              <a:tabLst>
                <a:tab pos="272968" algn="l"/>
              </a:tabLst>
            </a:pPr>
            <a:r>
              <a:rPr lang="en-US" sz="1799" dirty="0">
                <a:ea typeface="Batang" panose="02030600000101010101" pitchFamily="18" charset="-127"/>
              </a:rPr>
              <a:t>having last dose of BCG more than 2 years</a:t>
            </a:r>
            <a:br>
              <a:rPr lang="en-US" sz="1799" dirty="0">
                <a:ea typeface="Batang" panose="02030600000101010101" pitchFamily="18" charset="-127"/>
              </a:rPr>
            </a:br>
            <a:r>
              <a:rPr lang="en-US" sz="1799" dirty="0">
                <a:ea typeface="Batang" panose="02030600000101010101" pitchFamily="18" charset="-127"/>
              </a:rPr>
              <a:t> before high-risk NMIBC recurrence. </a:t>
            </a:r>
          </a:p>
          <a:p>
            <a:pPr lvl="3" fontAlgn="base">
              <a:spcBef>
                <a:spcPts val="300"/>
              </a:spcBef>
              <a:buSzPts val="1200"/>
              <a:buFont typeface="Wingdings" panose="05000000000000000000" pitchFamily="2" charset="2"/>
              <a:buChar char="ü"/>
              <a:tabLst>
                <a:tab pos="272968" algn="l"/>
              </a:tabLst>
            </a:pPr>
            <a:r>
              <a:rPr lang="en-US" sz="1600" dirty="0">
                <a:ea typeface="Batang" panose="02030600000101010101" pitchFamily="18" charset="-127"/>
              </a:rPr>
              <a:t>Evidence of complete response during the 2-year period post BCG.</a:t>
            </a:r>
          </a:p>
          <a:p>
            <a:pPr fontAlgn="base">
              <a:spcBef>
                <a:spcPts val="300"/>
              </a:spcBef>
              <a:buSzPts val="1200"/>
              <a:buFont typeface="Wingdings" panose="05000000000000000000" pitchFamily="2" charset="2"/>
              <a:buChar char="ü"/>
              <a:tabLst>
                <a:tab pos="272968" algn="l"/>
              </a:tabLst>
            </a:pPr>
            <a:endParaRPr lang="en-US" dirty="0">
              <a:ea typeface="Batang" panose="02030600000101010101" pitchFamily="18" charset="-127"/>
            </a:endParaRPr>
          </a:p>
          <a:p>
            <a:pPr fontAlgn="base">
              <a:spcBef>
                <a:spcPts val="300"/>
              </a:spcBef>
              <a:buSzPts val="1200"/>
              <a:buFont typeface="Wingdings" panose="05000000000000000000" pitchFamily="2" charset="2"/>
              <a:buChar char="ü"/>
              <a:tabLst>
                <a:tab pos="272968" algn="l"/>
              </a:tabLst>
            </a:pPr>
            <a:r>
              <a:rPr lang="en-US" dirty="0">
                <a:ea typeface="Batang" panose="02030600000101010101" pitchFamily="18" charset="-127"/>
              </a:rPr>
              <a:t>BCG exposed defined as:</a:t>
            </a:r>
          </a:p>
          <a:p>
            <a:pPr lvl="2" fontAlgn="base">
              <a:spcBef>
                <a:spcPts val="300"/>
              </a:spcBef>
              <a:buSzPts val="1200"/>
              <a:buFont typeface="Wingdings" panose="05000000000000000000" pitchFamily="2" charset="2"/>
              <a:buChar char="ü"/>
              <a:tabLst>
                <a:tab pos="272968" algn="l"/>
              </a:tabLst>
            </a:pPr>
            <a:r>
              <a:rPr lang="en-US" sz="1799" dirty="0">
                <a:ea typeface="Batang" panose="02030600000101010101" pitchFamily="18" charset="-127"/>
              </a:rPr>
              <a:t>Did not receive adequate dosing of BCG; </a:t>
            </a:r>
            <a:br>
              <a:rPr lang="en-US" sz="1799" dirty="0">
                <a:ea typeface="Batang" panose="02030600000101010101" pitchFamily="18" charset="-127"/>
              </a:rPr>
            </a:br>
            <a:r>
              <a:rPr lang="en-US" sz="1799" dirty="0">
                <a:ea typeface="Batang" panose="02030600000101010101" pitchFamily="18" charset="-127"/>
              </a:rPr>
              <a:t>adequate dosing is defined as at least:</a:t>
            </a:r>
          </a:p>
          <a:p>
            <a:pPr marL="801447" indent="-260272" fontAlgn="base">
              <a:spcBef>
                <a:spcPts val="300"/>
              </a:spcBef>
              <a:buSzPts val="1200"/>
              <a:buFont typeface="Symbol" panose="05050102010706020507" pitchFamily="18" charset="2"/>
              <a:buChar char="-"/>
              <a:tabLst>
                <a:tab pos="457063" algn="l"/>
              </a:tabLst>
            </a:pPr>
            <a:r>
              <a:rPr lang="en-US" sz="1799" dirty="0">
                <a:ea typeface="MS Gothic" panose="020B0609070205080204" pitchFamily="49" charset="-128"/>
                <a:cs typeface="Times New Roman" panose="02020603050405020304" pitchFamily="18" charset="0"/>
              </a:rPr>
              <a:t>5 of 6 doses of induction, and</a:t>
            </a:r>
          </a:p>
          <a:p>
            <a:pPr marL="801370" indent="-259715" fontAlgn="base">
              <a:spcBef>
                <a:spcPts val="300"/>
              </a:spcBef>
              <a:buSzPts val="1200"/>
              <a:buFont typeface="Symbol" panose="05050102010706020507" pitchFamily="18" charset="2"/>
              <a:buChar char="-"/>
              <a:tabLst>
                <a:tab pos="457063" algn="l"/>
              </a:tabLst>
            </a:pPr>
            <a:r>
              <a:rPr lang="en-US" sz="1750" dirty="0">
                <a:ea typeface="MS Gothic"/>
                <a:cs typeface="Times New Roman"/>
              </a:rPr>
              <a:t>2 additional doses of maintenance or</a:t>
            </a:r>
            <a:br>
              <a:rPr lang="en-US" sz="1750" dirty="0">
                <a:ea typeface="MS Gothic"/>
                <a:cs typeface="Times New Roman"/>
              </a:rPr>
            </a:br>
            <a:r>
              <a:rPr lang="en-US" sz="1750" dirty="0">
                <a:ea typeface="MS Gothic"/>
                <a:cs typeface="Times New Roman"/>
              </a:rPr>
              <a:t>2</a:t>
            </a:r>
            <a:r>
              <a:rPr lang="en-US" sz="1750" baseline="30000" dirty="0">
                <a:ea typeface="MS Gothic"/>
                <a:cs typeface="Times New Roman"/>
              </a:rPr>
              <a:t>nd</a:t>
            </a:r>
            <a:r>
              <a:rPr lang="en-US" sz="1750" dirty="0">
                <a:ea typeface="MS Gothic"/>
                <a:cs typeface="Times New Roman"/>
              </a:rPr>
              <a:t> induction</a:t>
            </a:r>
            <a:endParaRPr lang="en-US" sz="1750" dirty="0"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lvl="2" fontAlgn="base">
              <a:spcBef>
                <a:spcPts val="300"/>
              </a:spcBef>
              <a:buSzPts val="1200"/>
              <a:buFont typeface="Wingdings" panose="05000000000000000000" pitchFamily="2" charset="2"/>
              <a:buChar char="ü"/>
              <a:tabLst>
                <a:tab pos="272968" algn="l"/>
              </a:tabLst>
            </a:pPr>
            <a:r>
              <a:rPr lang="en-US" sz="1799" dirty="0">
                <a:ea typeface="Batang" panose="02030600000101010101" pitchFamily="18" charset="-127"/>
              </a:rPr>
              <a:t>having last dose of BCG ≤ 2 years </a:t>
            </a:r>
            <a:br>
              <a:rPr lang="en-US" sz="1799" dirty="0">
                <a:ea typeface="Batang" panose="02030600000101010101" pitchFamily="18" charset="-127"/>
              </a:rPr>
            </a:br>
            <a:r>
              <a:rPr lang="en-US" sz="1799" dirty="0">
                <a:ea typeface="Batang" panose="02030600000101010101" pitchFamily="18" charset="-127"/>
              </a:rPr>
              <a:t>before high-risk NMIBC recurrence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95DAD7-089E-CFF1-0C23-ED6C7ED67DB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126"/>
            <a:r>
              <a:rPr lang="en-US">
                <a:solidFill>
                  <a:srgbClr val="000000">
                    <a:tint val="75000"/>
                  </a:srgbClr>
                </a:solidFill>
                <a:latin typeface="Arial" panose="020B0604020202020204"/>
                <a:cs typeface="+mn-cs"/>
              </a:rPr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41EBE-D6E2-4DFD-46F4-8D02460E119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defTabSz="914126"/>
            <a:fld id="{9D14CD2A-38F4-8547-8064-3F8E7BEABE5D}" type="slidenum">
              <a:rPr lang="en-US">
                <a:solidFill>
                  <a:srgbClr val="000000">
                    <a:tint val="75000"/>
                  </a:srgbClr>
                </a:solidFill>
                <a:latin typeface="Arial" panose="020B0604020202020204"/>
                <a:cs typeface="+mn-cs"/>
              </a:rPr>
              <a:pPr defTabSz="914126"/>
              <a:t>2</a:t>
            </a:fld>
            <a:endParaRPr lang="en-US">
              <a:solidFill>
                <a:srgbClr val="000000">
                  <a:tint val="75000"/>
                </a:srgbClr>
              </a:solidFill>
              <a:latin typeface="Arial" panose="020B0604020202020204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BF6E39-DDA2-CD8E-3554-C8E99FB13ED4}"/>
              </a:ext>
            </a:extLst>
          </p:cNvPr>
          <p:cNvSpPr txBox="1"/>
          <p:nvPr/>
        </p:nvSpPr>
        <p:spPr>
          <a:xfrm>
            <a:off x="661273" y="6309395"/>
            <a:ext cx="7474618" cy="307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1400" i="1">
                <a:solidFill>
                  <a:srgbClr val="0A8A7F"/>
                </a:solidFill>
                <a:latin typeface="Invention Light"/>
                <a:cs typeface="Arial"/>
              </a:rPr>
              <a:t>**Note this is not a full list. Please refer to protocol for full list</a:t>
            </a:r>
            <a:endParaRPr lang="en-US" sz="1400">
              <a:solidFill>
                <a:srgbClr val="000000"/>
              </a:solidFill>
              <a:latin typeface="Arial" panose="020B0604020202020204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49C67B6F-B1AD-A2BB-FE33-F3F69AD9A2C6}"/>
              </a:ext>
            </a:extLst>
          </p:cNvPr>
          <p:cNvGraphicFramePr/>
          <p:nvPr/>
        </p:nvGraphicFramePr>
        <p:xfrm>
          <a:off x="4882979" y="2831280"/>
          <a:ext cx="7952037" cy="33063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Arrow: Right 1">
            <a:extLst>
              <a:ext uri="{FF2B5EF4-FFF2-40B4-BE49-F238E27FC236}">
                <a16:creationId xmlns:a16="http://schemas.microsoft.com/office/drawing/2014/main" id="{3B2DB84F-14FD-A87E-D1D5-3C4A9049F301}"/>
              </a:ext>
            </a:extLst>
          </p:cNvPr>
          <p:cNvSpPr/>
          <p:nvPr/>
        </p:nvSpPr>
        <p:spPr>
          <a:xfrm>
            <a:off x="5398659" y="3472950"/>
            <a:ext cx="1881064" cy="1318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30D1D64-CAE8-8803-7EA0-98C76BC10D1E}"/>
              </a:ext>
            </a:extLst>
          </p:cNvPr>
          <p:cNvGrpSpPr/>
          <p:nvPr/>
        </p:nvGrpSpPr>
        <p:grpSpPr>
          <a:xfrm>
            <a:off x="6096000" y="963608"/>
            <a:ext cx="5490832" cy="849579"/>
            <a:chOff x="6096000" y="737251"/>
            <a:chExt cx="5492262" cy="849800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ACFAABC-9E74-134A-3C7A-9680EFADE3C8}"/>
                </a:ext>
              </a:extLst>
            </p:cNvPr>
            <p:cNvCxnSpPr/>
            <p:nvPr/>
          </p:nvCxnSpPr>
          <p:spPr>
            <a:xfrm>
              <a:off x="6096000" y="1266092"/>
              <a:ext cx="549226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919AD924-D9A3-9DAB-FB4C-48CD17B9B258}"/>
                </a:ext>
              </a:extLst>
            </p:cNvPr>
            <p:cNvSpPr/>
            <p:nvPr/>
          </p:nvSpPr>
          <p:spPr>
            <a:xfrm>
              <a:off x="10735408" y="1145155"/>
              <a:ext cx="211015" cy="285787"/>
            </a:xfrm>
            <a:prstGeom prst="triangle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D8DDE47-735B-B141-785D-6E1CB31FA3CC}"/>
                </a:ext>
              </a:extLst>
            </p:cNvPr>
            <p:cNvSpPr txBox="1"/>
            <p:nvPr/>
          </p:nvSpPr>
          <p:spPr>
            <a:xfrm>
              <a:off x="10368670" y="912141"/>
              <a:ext cx="94448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126"/>
              <a:r>
                <a:rPr lang="en-CA" sz="1200">
                  <a:solidFill>
                    <a:srgbClr val="000000"/>
                  </a:solidFill>
                  <a:latin typeface="Arial" panose="020B0604020202020204"/>
                </a:rPr>
                <a:t>HR NMIBC</a:t>
              </a:r>
              <a:endParaRPr lang="en-US" sz="1200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0" name="Flowchart: Preparation 19">
              <a:extLst>
                <a:ext uri="{FF2B5EF4-FFF2-40B4-BE49-F238E27FC236}">
                  <a16:creationId xmlns:a16="http://schemas.microsoft.com/office/drawing/2014/main" id="{20813F7C-87F0-425A-6B8A-602FC78992F9}"/>
                </a:ext>
              </a:extLst>
            </p:cNvPr>
            <p:cNvSpPr/>
            <p:nvPr/>
          </p:nvSpPr>
          <p:spPr>
            <a:xfrm>
              <a:off x="6339254" y="1127572"/>
              <a:ext cx="1494692" cy="276995"/>
            </a:xfrm>
            <a:prstGeom prst="flowChartPreparation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r>
                <a:rPr lang="en-CA" sz="1799">
                  <a:solidFill>
                    <a:srgbClr val="FFFFFF"/>
                  </a:solidFill>
                  <a:latin typeface="Arial" panose="020B0604020202020204"/>
                </a:rPr>
                <a:t>BCG</a:t>
              </a:r>
              <a:endParaRPr lang="en-US" sz="1799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44E1B29-41C5-AA25-BEA3-77590A300175}"/>
                </a:ext>
              </a:extLst>
            </p:cNvPr>
            <p:cNvCxnSpPr>
              <a:cxnSpLocks/>
            </p:cNvCxnSpPr>
            <p:nvPr/>
          </p:nvCxnSpPr>
          <p:spPr>
            <a:xfrm>
              <a:off x="7825154" y="1096812"/>
              <a:ext cx="0" cy="334131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1409819-E0AB-B31F-2435-CDE6583E4EE5}"/>
                </a:ext>
              </a:extLst>
            </p:cNvPr>
            <p:cNvSpPr txBox="1"/>
            <p:nvPr/>
          </p:nvSpPr>
          <p:spPr>
            <a:xfrm>
              <a:off x="7461013" y="737251"/>
              <a:ext cx="79861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126"/>
              <a:r>
                <a:rPr lang="en-CA" sz="1200">
                  <a:solidFill>
                    <a:srgbClr val="000000"/>
                  </a:solidFill>
                  <a:latin typeface="Arial" panose="020B0604020202020204"/>
                </a:rPr>
                <a:t>BCG </a:t>
              </a:r>
              <a:br>
                <a:rPr lang="en-CA" sz="1200">
                  <a:solidFill>
                    <a:srgbClr val="000000"/>
                  </a:solidFill>
                  <a:latin typeface="Arial" panose="020B0604020202020204"/>
                </a:rPr>
              </a:br>
              <a:r>
                <a:rPr lang="en-CA" sz="1200">
                  <a:solidFill>
                    <a:srgbClr val="000000"/>
                  </a:solidFill>
                  <a:latin typeface="Arial" panose="020B0604020202020204"/>
                </a:rPr>
                <a:t>last dose</a:t>
              </a:r>
              <a:endParaRPr lang="en-US" sz="1200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99219EE-DF80-AC29-E7D4-F23ACFCFB1A8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 flipV="1">
              <a:off x="7833946" y="1430942"/>
              <a:ext cx="2901462" cy="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81FBF6C-D5FF-9263-385F-7C8CED59A1B2}"/>
                </a:ext>
              </a:extLst>
            </p:cNvPr>
            <p:cNvSpPr txBox="1"/>
            <p:nvPr/>
          </p:nvSpPr>
          <p:spPr>
            <a:xfrm>
              <a:off x="9065263" y="1310052"/>
              <a:ext cx="611065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defTabSz="914126"/>
              <a:r>
                <a:rPr lang="en-CA" sz="1200">
                  <a:solidFill>
                    <a:srgbClr val="000000"/>
                  </a:solidFill>
                  <a:latin typeface="Arial" panose="020B0604020202020204"/>
                </a:rPr>
                <a:t>2y CR</a:t>
              </a:r>
              <a:endParaRPr lang="en-US" sz="1200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4FEB8AF-D5D5-D76C-8F50-F4A6A7BA77CA}"/>
              </a:ext>
            </a:extLst>
          </p:cNvPr>
          <p:cNvGrpSpPr/>
          <p:nvPr/>
        </p:nvGrpSpPr>
        <p:grpSpPr>
          <a:xfrm>
            <a:off x="532434" y="5146182"/>
            <a:ext cx="4629410" cy="705593"/>
            <a:chOff x="392726" y="5417683"/>
            <a:chExt cx="4630616" cy="705777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64ADB22-67D2-FC51-C1AF-6081AD606B5F}"/>
                </a:ext>
              </a:extLst>
            </p:cNvPr>
            <p:cNvCxnSpPr>
              <a:cxnSpLocks/>
            </p:cNvCxnSpPr>
            <p:nvPr/>
          </p:nvCxnSpPr>
          <p:spPr>
            <a:xfrm>
              <a:off x="392726" y="5946524"/>
              <a:ext cx="1488828" cy="219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Flowchart: Preparation 34">
              <a:extLst>
                <a:ext uri="{FF2B5EF4-FFF2-40B4-BE49-F238E27FC236}">
                  <a16:creationId xmlns:a16="http://schemas.microsoft.com/office/drawing/2014/main" id="{06F1A99A-47EF-A36D-C767-94F205BE4AD4}"/>
                </a:ext>
              </a:extLst>
            </p:cNvPr>
            <p:cNvSpPr/>
            <p:nvPr/>
          </p:nvSpPr>
          <p:spPr>
            <a:xfrm>
              <a:off x="635980" y="5808004"/>
              <a:ext cx="1494692" cy="276995"/>
            </a:xfrm>
            <a:prstGeom prst="flowChartPreparation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r>
                <a:rPr lang="en-CA" sz="1799">
                  <a:solidFill>
                    <a:srgbClr val="FFFFFF"/>
                  </a:solidFill>
                  <a:latin typeface="Arial" panose="020B0604020202020204"/>
                </a:rPr>
                <a:t>BCG</a:t>
              </a:r>
              <a:endParaRPr lang="en-US" sz="1799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5355AD2-CD78-E44F-0138-9255B3960ACC}"/>
                </a:ext>
              </a:extLst>
            </p:cNvPr>
            <p:cNvCxnSpPr>
              <a:cxnSpLocks/>
            </p:cNvCxnSpPr>
            <p:nvPr/>
          </p:nvCxnSpPr>
          <p:spPr>
            <a:xfrm>
              <a:off x="2121880" y="5789329"/>
              <a:ext cx="0" cy="334131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B3FB66A-7FFE-0893-EFA6-E776D44C1613}"/>
                </a:ext>
              </a:extLst>
            </p:cNvPr>
            <p:cNvSpPr txBox="1"/>
            <p:nvPr/>
          </p:nvSpPr>
          <p:spPr>
            <a:xfrm>
              <a:off x="1757739" y="5417683"/>
              <a:ext cx="79861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126"/>
              <a:r>
                <a:rPr lang="en-CA" sz="1200">
                  <a:solidFill>
                    <a:srgbClr val="000000"/>
                  </a:solidFill>
                  <a:latin typeface="Arial" panose="020B0604020202020204"/>
                </a:rPr>
                <a:t>BCG </a:t>
              </a:r>
              <a:br>
                <a:rPr lang="en-CA" sz="1200">
                  <a:solidFill>
                    <a:srgbClr val="000000"/>
                  </a:solidFill>
                  <a:latin typeface="Arial" panose="020B0604020202020204"/>
                </a:rPr>
              </a:br>
              <a:r>
                <a:rPr lang="en-CA" sz="1200">
                  <a:solidFill>
                    <a:srgbClr val="000000"/>
                  </a:solidFill>
                  <a:latin typeface="Arial" panose="020B0604020202020204"/>
                </a:rPr>
                <a:t>last dose</a:t>
              </a:r>
              <a:endParaRPr lang="en-US" sz="1200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0B41B6FB-2DD7-EF8C-57BA-532C1E0D4C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1880" y="5943149"/>
              <a:ext cx="2901462" cy="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943CA6A-2C4E-650E-4CE4-72A2185797C5}"/>
                </a:ext>
              </a:extLst>
            </p:cNvPr>
            <p:cNvSpPr txBox="1"/>
            <p:nvPr/>
          </p:nvSpPr>
          <p:spPr>
            <a:xfrm>
              <a:off x="4626761" y="5549532"/>
              <a:ext cx="34657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defTabSz="914126"/>
              <a:r>
                <a:rPr lang="en-CA" sz="1200">
                  <a:solidFill>
                    <a:srgbClr val="000000"/>
                  </a:solidFill>
                  <a:latin typeface="Arial" panose="020B0604020202020204"/>
                </a:rPr>
                <a:t>2y</a:t>
              </a:r>
              <a:endParaRPr lang="en-US" sz="1200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AF500E36-964E-24DE-5EF5-EE8458035FE5}"/>
                </a:ext>
              </a:extLst>
            </p:cNvPr>
            <p:cNvSpPr/>
            <p:nvPr/>
          </p:nvSpPr>
          <p:spPr>
            <a:xfrm>
              <a:off x="3860523" y="5799212"/>
              <a:ext cx="211015" cy="285787"/>
            </a:xfrm>
            <a:prstGeom prst="triangle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8FC98B1-E595-4D8E-5035-AE3C8F8DE5FF}"/>
                </a:ext>
              </a:extLst>
            </p:cNvPr>
            <p:cNvSpPr txBox="1"/>
            <p:nvPr/>
          </p:nvSpPr>
          <p:spPr>
            <a:xfrm>
              <a:off x="3499644" y="5584912"/>
              <a:ext cx="94448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126"/>
              <a:r>
                <a:rPr lang="en-CA" sz="1200">
                  <a:solidFill>
                    <a:srgbClr val="000000"/>
                  </a:solidFill>
                  <a:latin typeface="Arial" panose="020B0604020202020204"/>
                </a:rPr>
                <a:t>HR NMIBC</a:t>
              </a:r>
              <a:endParaRPr lang="en-US" sz="1200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9AC20F4-6CA7-179D-A015-DB87C112E45B}"/>
                </a:ext>
              </a:extLst>
            </p:cNvPr>
            <p:cNvCxnSpPr>
              <a:cxnSpLocks/>
            </p:cNvCxnSpPr>
            <p:nvPr/>
          </p:nvCxnSpPr>
          <p:spPr>
            <a:xfrm>
              <a:off x="4807896" y="5789329"/>
              <a:ext cx="0" cy="334131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06570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  <a:alpha val="3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DBE402A-ED69-C69F-9B34-6E9A6DEE2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514" y="71353"/>
            <a:ext cx="10464017" cy="676074"/>
          </a:xfrm>
        </p:spPr>
        <p:txBody>
          <a:bodyPr/>
          <a:lstStyle/>
          <a:p>
            <a:r>
              <a:rPr lang="en-CA" dirty="0"/>
              <a:t>Key Exclusion Criteria – </a:t>
            </a:r>
            <a:r>
              <a:rPr lang="en-CA" b="1" dirty="0">
                <a:solidFill>
                  <a:srgbClr val="FF0000"/>
                </a:solidFill>
              </a:rPr>
              <a:t>Cohort B: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67BD91-1AA9-C13F-8B8C-0A2974EFED5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33883" y="1088630"/>
            <a:ext cx="11334229" cy="5124120"/>
          </a:xfrm>
        </p:spPr>
        <p:txBody>
          <a:bodyPr/>
          <a:lstStyle/>
          <a:p>
            <a:pPr fontAlgn="base">
              <a:spcBef>
                <a:spcPts val="300"/>
              </a:spcBef>
              <a:buSzPts val="1200"/>
              <a:buFont typeface="Wingdings" panose="05000000000000000000" pitchFamily="2" charset="2"/>
              <a:buChar char="ü"/>
              <a:tabLst>
                <a:tab pos="228531" algn="l"/>
              </a:tabLst>
            </a:pPr>
            <a:r>
              <a:rPr lang="en-US" dirty="0">
                <a:ea typeface="MS Gothic" panose="020B0609070205080204" pitchFamily="49" charset="-128"/>
                <a:cs typeface="Times New Roman" panose="02020603050405020304" pitchFamily="18" charset="0"/>
              </a:rPr>
              <a:t>Has a history of or concurrent locally-advanced (</a:t>
            </a:r>
            <a:r>
              <a:rPr lang="en-US" dirty="0" err="1">
                <a:ea typeface="MS Gothic" panose="020B0609070205080204" pitchFamily="49" charset="-128"/>
                <a:cs typeface="Times New Roman" panose="02020603050405020304" pitchFamily="18" charset="0"/>
              </a:rPr>
              <a:t>ie</a:t>
            </a:r>
            <a:r>
              <a:rPr lang="en-US" dirty="0">
                <a:ea typeface="MS Gothic" panose="020B0609070205080204" pitchFamily="49" charset="-128"/>
                <a:cs typeface="Times New Roman" panose="02020603050405020304" pitchFamily="18" charset="0"/>
              </a:rPr>
              <a:t>, T2, T3, T4) or metastatic UC.</a:t>
            </a:r>
          </a:p>
          <a:p>
            <a:pPr fontAlgn="base">
              <a:spcBef>
                <a:spcPts val="300"/>
              </a:spcBef>
              <a:buSzPts val="1200"/>
              <a:buFont typeface="Wingdings" panose="05000000000000000000" pitchFamily="2" charset="2"/>
              <a:buChar char="ü"/>
              <a:tabLst>
                <a:tab pos="228531" algn="l"/>
              </a:tabLst>
            </a:pPr>
            <a:r>
              <a:rPr lang="en-US" dirty="0">
                <a:ea typeface="MS Gothic" panose="020B0609070205080204" pitchFamily="49" charset="-128"/>
                <a:cs typeface="Times New Roman" panose="02020603050405020304" pitchFamily="18" charset="0"/>
              </a:rPr>
              <a:t>Has concurrent extravesical (</a:t>
            </a:r>
            <a:r>
              <a:rPr lang="en-US" dirty="0" err="1">
                <a:ea typeface="MS Gothic" panose="020B0609070205080204" pitchFamily="49" charset="-128"/>
                <a:cs typeface="Times New Roman" panose="02020603050405020304" pitchFamily="18" charset="0"/>
              </a:rPr>
              <a:t>ie</a:t>
            </a:r>
            <a:r>
              <a:rPr lang="en-US" dirty="0">
                <a:ea typeface="MS Gothic" panose="020B0609070205080204" pitchFamily="49" charset="-128"/>
                <a:cs typeface="Times New Roman" panose="02020603050405020304" pitchFamily="18" charset="0"/>
              </a:rPr>
              <a:t>, urethra, ureter, renal pelvis) non-muscle invasive UC or a history of extravesical non-muscle invasive UC that recurred within the past 2 years.</a:t>
            </a:r>
          </a:p>
          <a:p>
            <a:pPr marL="541176" indent="-271382">
              <a:spcBef>
                <a:spcPts val="300"/>
              </a:spcBef>
              <a:buFont typeface="Wingdings" panose="05000000000000000000" pitchFamily="2" charset="2"/>
              <a:buChar char="Ø"/>
              <a:tabLst>
                <a:tab pos="408183" algn="l"/>
              </a:tabLst>
            </a:pPr>
            <a:r>
              <a:rPr lang="en-US" dirty="0">
                <a:ea typeface="MS Gothic" panose="020B0609070205080204" pitchFamily="49" charset="-128"/>
              </a:rPr>
              <a:t>Individuals with </a:t>
            </a:r>
            <a:r>
              <a:rPr lang="en-US" u="sng" dirty="0">
                <a:ea typeface="MS Gothic" panose="020B0609070205080204" pitchFamily="49" charset="-128"/>
              </a:rPr>
              <a:t>concurrent low-grade Ta of the prostatic urethra </a:t>
            </a:r>
            <a:r>
              <a:rPr lang="en-US" dirty="0">
                <a:ea typeface="MS Gothic" panose="020B0609070205080204" pitchFamily="49" charset="-128"/>
              </a:rPr>
              <a:t>are eligible.</a:t>
            </a:r>
          </a:p>
          <a:p>
            <a:pPr marL="541176" indent="-271382">
              <a:spcBef>
                <a:spcPts val="300"/>
              </a:spcBef>
              <a:buFont typeface="Wingdings" panose="05000000000000000000" pitchFamily="2" charset="2"/>
              <a:buChar char="Ø"/>
              <a:tabLst>
                <a:tab pos="408183" algn="l"/>
              </a:tabLst>
            </a:pPr>
            <a:r>
              <a:rPr lang="en-US" dirty="0">
                <a:ea typeface="MS Gothic" panose="020B0609070205080204" pitchFamily="49" charset="-128"/>
              </a:rPr>
              <a:t>Individuals with </a:t>
            </a:r>
            <a:r>
              <a:rPr lang="en-US" u="sng" dirty="0">
                <a:ea typeface="MS Gothic" panose="020B0609070205080204" pitchFamily="49" charset="-128"/>
              </a:rPr>
              <a:t>ductal invasion regardless of histology are not eligible</a:t>
            </a:r>
            <a:r>
              <a:rPr lang="en-US" dirty="0">
                <a:ea typeface="MS Gothic" panose="020B0609070205080204" pitchFamily="49" charset="-128"/>
              </a:rPr>
              <a:t>.</a:t>
            </a:r>
          </a:p>
          <a:p>
            <a:pPr marL="171399" marR="0" lvl="0" indent="-171399" algn="l" defTabSz="914126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200"/>
              <a:buFont typeface="Wingdings" panose="05000000000000000000" pitchFamily="2" charset="2"/>
              <a:buChar char="ü"/>
              <a:tabLst>
                <a:tab pos="228531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Batang" panose="02030600000101010101" pitchFamily="18" charset="-127"/>
              <a:cs typeface="Times New Roman" panose="02020603050405020304" pitchFamily="18" charset="0"/>
            </a:endParaRPr>
          </a:p>
          <a:p>
            <a:pPr marL="171399" marR="0" lvl="0" indent="-171399" algn="l" defTabSz="914126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200"/>
              <a:buFont typeface="Wingdings" panose="05000000000000000000" pitchFamily="2" charset="2"/>
              <a:buChar char="ü"/>
              <a:tabLst>
                <a:tab pos="228531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Batang" panose="02030600000101010101" pitchFamily="18" charset="-127"/>
                <a:cs typeface="Times New Roman" panose="02020603050405020304" pitchFamily="18" charset="0"/>
              </a:rPr>
              <a:t>Has any contraindication to IV contrast and gadolinium or is otherwise unable to have imaging with either CTU or MRU</a:t>
            </a:r>
          </a:p>
          <a:p>
            <a:pPr marL="171399" marR="0" lvl="0" indent="-171399" algn="l" defTabSz="914126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200"/>
              <a:buFont typeface="Wingdings" panose="05000000000000000000" pitchFamily="2" charset="2"/>
              <a:buChar char="ü"/>
              <a:tabLst>
                <a:tab pos="228531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Batang" panose="02030600000101010101" pitchFamily="18" charset="-127"/>
                <a:cs typeface="+mn-cs"/>
              </a:rPr>
              <a:t>Has received any systemic anticancer therapy including investigational agents within 4 weeks before randomization/allocation.</a:t>
            </a:r>
            <a:br>
              <a:rPr kumimoji="0" lang="en-US" sz="19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Batang" panose="02030600000101010101" pitchFamily="18" charset="-127"/>
                <a:cs typeface="+mn-cs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Batang" panose="02030600000101010101" pitchFamily="18" charset="-127"/>
                <a:cs typeface="+mn-cs"/>
              </a:rPr>
              <a:t>Note: Intravesical chemotherapy treatment given as part of the most recent cystoscopy/TURBT as per local/regional practices is acceptable.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Batang" panose="02030600000101010101" pitchFamily="18" charset="-127"/>
                <a:cs typeface="+mn-cs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Batang" panose="02030600000101010101" pitchFamily="18" charset="-127"/>
                <a:cs typeface="+mn-cs"/>
              </a:rPr>
              <a:t>Note: All AEs due to previous therapies must have recovered to Grade ≤1 or baseline.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Batang" panose="02030600000101010101" pitchFamily="18" charset="-127"/>
                <a:cs typeface="+mn-cs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Batang" panose="02030600000101010101" pitchFamily="18" charset="-127"/>
                <a:cs typeface="+mn-cs"/>
              </a:rPr>
              <a:t>Note: Individuals must have recovered adequately from the toxicity and/or complications of major surgery before randomization/allocation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231F15"/>
              </a:solidFill>
              <a:effectLst/>
              <a:uLnTx/>
              <a:uFillTx/>
              <a:latin typeface="Arial" panose="020B0604020202020204"/>
              <a:ea typeface="MS Gothic" panose="020B0609070205080204" pitchFamily="49" charset="-128"/>
              <a:cs typeface="+mn-cs"/>
            </a:endParaRPr>
          </a:p>
          <a:p>
            <a:pPr marL="541176" indent="-271382">
              <a:spcBef>
                <a:spcPts val="300"/>
              </a:spcBef>
              <a:buFont typeface="Wingdings" panose="05000000000000000000" pitchFamily="2" charset="2"/>
              <a:buChar char="Ø"/>
              <a:tabLst>
                <a:tab pos="408183" algn="l"/>
              </a:tabLst>
            </a:pPr>
            <a:endParaRPr lang="en-US" dirty="0">
              <a:ea typeface="MS Gothic" panose="020B0609070205080204" pitchFamily="49" charset="-12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95DAD7-089E-CFF1-0C23-ED6C7ED67DB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126"/>
            <a:r>
              <a:rPr lang="en-US">
                <a:solidFill>
                  <a:srgbClr val="000000">
                    <a:tint val="75000"/>
                  </a:srgbClr>
                </a:solidFill>
                <a:latin typeface="Arial" panose="020B0604020202020204"/>
                <a:cs typeface="+mn-cs"/>
              </a:rPr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41EBE-D6E2-4DFD-46F4-8D02460E119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defTabSz="914126"/>
            <a:fld id="{9D14CD2A-38F4-8547-8064-3F8E7BEABE5D}" type="slidenum">
              <a:rPr lang="en-US">
                <a:solidFill>
                  <a:srgbClr val="000000">
                    <a:tint val="75000"/>
                  </a:srgbClr>
                </a:solidFill>
                <a:latin typeface="Arial" panose="020B0604020202020204"/>
                <a:cs typeface="+mn-cs"/>
              </a:rPr>
              <a:pPr defTabSz="914126"/>
              <a:t>3</a:t>
            </a:fld>
            <a:endParaRPr lang="en-US">
              <a:solidFill>
                <a:srgbClr val="000000">
                  <a:tint val="75000"/>
                </a:srgbClr>
              </a:solidFill>
              <a:latin typeface="Arial" panose="020B0604020202020204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BF6E39-DDA2-CD8E-3554-C8E99FB13ED4}"/>
              </a:ext>
            </a:extLst>
          </p:cNvPr>
          <p:cNvSpPr txBox="1"/>
          <p:nvPr/>
        </p:nvSpPr>
        <p:spPr>
          <a:xfrm>
            <a:off x="661273" y="6309395"/>
            <a:ext cx="7474618" cy="307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1400" i="1">
                <a:solidFill>
                  <a:srgbClr val="0A8A7F"/>
                </a:solidFill>
                <a:latin typeface="Invention Light"/>
                <a:cs typeface="Arial"/>
              </a:rPr>
              <a:t>**Note this is not a full list. Please refer to protocol for full list</a:t>
            </a:r>
            <a:endParaRPr lang="en-US" sz="1400">
              <a:solidFill>
                <a:srgbClr val="000000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15090948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6">
      <a:dk1>
        <a:srgbClr val="000000"/>
      </a:dk1>
      <a:lt1>
        <a:srgbClr val="FFFFFF"/>
      </a:lt1>
      <a:dk2>
        <a:srgbClr val="231F15"/>
      </a:dk2>
      <a:lt2>
        <a:srgbClr val="E7E6E6"/>
      </a:lt2>
      <a:accent1>
        <a:srgbClr val="0A8A7F"/>
      </a:accent1>
      <a:accent2>
        <a:srgbClr val="264F71"/>
      </a:accent2>
      <a:accent3>
        <a:srgbClr val="D73C3C"/>
      </a:accent3>
      <a:accent4>
        <a:srgbClr val="626362"/>
      </a:accent4>
      <a:accent5>
        <a:srgbClr val="4C4D4C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553</Words>
  <Application>Microsoft Office PowerPoint</Application>
  <PresentationFormat>Widescreen</PresentationFormat>
  <Paragraphs>56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Batang</vt:lpstr>
      <vt:lpstr>MS Gothic</vt:lpstr>
      <vt:lpstr>Arial</vt:lpstr>
      <vt:lpstr>Calibri</vt:lpstr>
      <vt:lpstr>Invention Light</vt:lpstr>
      <vt:lpstr>Symbol</vt:lpstr>
      <vt:lpstr>System Font Regular</vt:lpstr>
      <vt:lpstr>Wingdings</vt:lpstr>
      <vt:lpstr>1_Office Theme</vt:lpstr>
      <vt:lpstr>Key Inclusion Criteria – Cohort B:</vt:lpstr>
      <vt:lpstr>Key Inclusion Criteria – Cohort B:</vt:lpstr>
      <vt:lpstr>Key Exclusion Criteria – Cohort B: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 Rooijen, Ellen (CRM)</dc:creator>
  <cp:lastModifiedBy>van Rooijen, Ellen (CRM)</cp:lastModifiedBy>
  <cp:revision>2</cp:revision>
  <dcterms:created xsi:type="dcterms:W3CDTF">2025-03-14T10:14:51Z</dcterms:created>
  <dcterms:modified xsi:type="dcterms:W3CDTF">2026-05-12T12:05:43Z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478a8e7-f2d2-48f3-8424-c7ade3776711_Enabled">
    <vt:lpwstr>true</vt:lpwstr>
  </property>
  <property fmtid="{D5CDD505-2E9C-101B-9397-08002B2CF9AE}" pid="3" name="MSIP_Label_3478a8e7-f2d2-48f3-8424-c7ade3776711_SetDate">
    <vt:lpwstr>2025-03-14T10:24:16Z</vt:lpwstr>
  </property>
  <property fmtid="{D5CDD505-2E9C-101B-9397-08002B2CF9AE}" pid="4" name="MSIP_Label_3478a8e7-f2d2-48f3-8424-c7ade3776711_Method">
    <vt:lpwstr>Privileged</vt:lpwstr>
  </property>
  <property fmtid="{D5CDD505-2E9C-101B-9397-08002B2CF9AE}" pid="5" name="MSIP_Label_3478a8e7-f2d2-48f3-8424-c7ade3776711_Name">
    <vt:lpwstr>Dutch - Proprietary</vt:lpwstr>
  </property>
  <property fmtid="{D5CDD505-2E9C-101B-9397-08002B2CF9AE}" pid="6" name="MSIP_Label_3478a8e7-f2d2-48f3-8424-c7ade3776711_SiteId">
    <vt:lpwstr>a00de4ec-48a8-43a6-be74-e31274e2060d</vt:lpwstr>
  </property>
  <property fmtid="{D5CDD505-2E9C-101B-9397-08002B2CF9AE}" pid="7" name="MSIP_Label_3478a8e7-f2d2-48f3-8424-c7ade3776711_ActionId">
    <vt:lpwstr>1b2b2366-9b61-4496-9025-e4040edc3bd1</vt:lpwstr>
  </property>
  <property fmtid="{D5CDD505-2E9C-101B-9397-08002B2CF9AE}" pid="8" name="MSIP_Label_3478a8e7-f2d2-48f3-8424-c7ade3776711_ContentBits">
    <vt:lpwstr>1</vt:lpwstr>
  </property>
  <property fmtid="{D5CDD505-2E9C-101B-9397-08002B2CF9AE}" pid="9" name="MSIP_Label_3478a8e7-f2d2-48f3-8424-c7ade3776711_Tag">
    <vt:lpwstr>10, 0, 1, 1</vt:lpwstr>
  </property>
  <property fmtid="{D5CDD505-2E9C-101B-9397-08002B2CF9AE}" pid="10" name="ClassificationContentMarkingHeaderLocations">
    <vt:lpwstr>1_Office Theme:10</vt:lpwstr>
  </property>
  <property fmtid="{D5CDD505-2E9C-101B-9397-08002B2CF9AE}" pid="11" name="ClassificationContentMarkingHeaderText">
    <vt:lpwstr>Bedrijfseigendom-Proprietary</vt:lpwstr>
  </property>
  <property fmtid="{D5CDD505-2E9C-101B-9397-08002B2CF9AE}" pid="12" name="_AdHocReviewCycleID">
    <vt:i4>963526579</vt:i4>
  </property>
  <property fmtid="{D5CDD505-2E9C-101B-9397-08002B2CF9AE}" pid="13" name="_NewReviewCycle">
    <vt:lpwstr/>
  </property>
  <property fmtid="{D5CDD505-2E9C-101B-9397-08002B2CF9AE}" pid="14" name="_EmailSubject">
    <vt:lpwstr>V940-011 - slides cohort B</vt:lpwstr>
  </property>
  <property fmtid="{D5CDD505-2E9C-101B-9397-08002B2CF9AE}" pid="15" name="_AuthorEmail">
    <vt:lpwstr>ellen.van.rooijen@msd.com</vt:lpwstr>
  </property>
  <property fmtid="{D5CDD505-2E9C-101B-9397-08002B2CF9AE}" pid="16" name="_AuthorEmailDisplayName">
    <vt:lpwstr>van Rooijen, Ellen (CRM)</vt:lpwstr>
  </property>
</Properties>
</file>