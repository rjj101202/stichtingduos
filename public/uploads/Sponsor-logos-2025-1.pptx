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9" r:id="rId2"/>
  </p:sldIdLst>
  <p:sldSz cx="9144000" cy="6858000" type="screen4x3"/>
  <p:notesSz cx="6858000" cy="9144000"/>
  <p:defaultTextStyle>
    <a:defPPr>
      <a:defRPr lang="nl-NL"/>
    </a:defPPr>
    <a:lvl1pPr algn="l" rtl="0" eaLnBrk="0" fontAlgn="base" hangingPunct="0">
      <a:spcBef>
        <a:spcPct val="0"/>
      </a:spcBef>
      <a:spcAft>
        <a:spcPct val="0"/>
      </a:spcAft>
      <a:defRPr sz="2000" i="1" kern="1200">
        <a:solidFill>
          <a:srgbClr val="0D1F74"/>
        </a:solidFill>
        <a:latin typeface="Arial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i="1" kern="1200">
        <a:solidFill>
          <a:srgbClr val="0D1F74"/>
        </a:solidFill>
        <a:latin typeface="Arial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i="1" kern="1200">
        <a:solidFill>
          <a:srgbClr val="0D1F74"/>
        </a:solidFill>
        <a:latin typeface="Arial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i="1" kern="1200">
        <a:solidFill>
          <a:srgbClr val="0D1F74"/>
        </a:solidFill>
        <a:latin typeface="Arial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i="1" kern="1200">
        <a:solidFill>
          <a:srgbClr val="0D1F74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000" i="1" kern="1200">
        <a:solidFill>
          <a:srgbClr val="0D1F74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000" i="1" kern="1200">
        <a:solidFill>
          <a:srgbClr val="0D1F74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000" i="1" kern="1200">
        <a:solidFill>
          <a:srgbClr val="0D1F74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000" i="1" kern="1200">
        <a:solidFill>
          <a:srgbClr val="0D1F74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2074"/>
    <a:srgbClr val="7ECFE2"/>
    <a:srgbClr val="182075"/>
    <a:srgbClr val="0D1F74"/>
    <a:srgbClr val="79C9DD"/>
    <a:srgbClr val="C0D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74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BAA8C189-17ED-4A9E-9731-D0FE4BE3DFE2}" type="slidenum">
              <a:rPr lang="en-US" altLang="nl-NL"/>
              <a:pPr>
                <a:defRPr/>
              </a:pPr>
              <a:t>‹nr.›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27322854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i="0">
                <a:solidFill>
                  <a:schemeClr val="tx1"/>
                </a:solidFill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i="0">
                <a:solidFill>
                  <a:schemeClr val="tx1"/>
                </a:solidFill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143000" y="4343400"/>
            <a:ext cx="4570413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noProof="0"/>
              <a:t>Click to edit Master text styles</a:t>
            </a:r>
          </a:p>
          <a:p>
            <a:pPr lvl="1"/>
            <a:r>
              <a:rPr lang="nl-NL" noProof="0"/>
              <a:t>Second level</a:t>
            </a:r>
          </a:p>
          <a:p>
            <a:pPr lvl="2"/>
            <a:r>
              <a:rPr lang="nl-NL" noProof="0"/>
              <a:t>Third level</a:t>
            </a:r>
          </a:p>
          <a:p>
            <a:pPr lvl="3"/>
            <a:r>
              <a:rPr lang="nl-NL" noProof="0"/>
              <a:t>Fourth level</a:t>
            </a:r>
          </a:p>
          <a:p>
            <a:pPr lvl="4"/>
            <a:r>
              <a:rPr lang="nl-NL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i="0">
                <a:solidFill>
                  <a:schemeClr val="tx1"/>
                </a:solidFill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i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31C04944-CBE7-4277-ABF4-C5995756E3D5}" type="slidenum">
              <a:rPr lang="nl-NL" altLang="nl-NL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28507086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0"/>
          <p:cNvSpPr>
            <a:spLocks noChangeArrowheads="1"/>
          </p:cNvSpPr>
          <p:nvPr/>
        </p:nvSpPr>
        <p:spPr bwMode="white"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i="1">
                <a:solidFill>
                  <a:srgbClr val="0D1F74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000" i="1">
                <a:solidFill>
                  <a:srgbClr val="0D1F74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000" i="1">
                <a:solidFill>
                  <a:srgbClr val="0D1F74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000" i="1">
                <a:solidFill>
                  <a:srgbClr val="0D1F74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000" i="1">
                <a:solidFill>
                  <a:srgbClr val="0D1F74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rgbClr val="0D1F74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rgbClr val="0D1F74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rgbClr val="0D1F74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rgbClr val="0D1F74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defRPr/>
            </a:pPr>
            <a:endParaRPr lang="nl-NL" altLang="nl-NL"/>
          </a:p>
        </p:txBody>
      </p:sp>
      <p:grpSp>
        <p:nvGrpSpPr>
          <p:cNvPr id="5" name="Group 6860"/>
          <p:cNvGrpSpPr>
            <a:grpSpLocks/>
          </p:cNvGrpSpPr>
          <p:nvPr/>
        </p:nvGrpSpPr>
        <p:grpSpPr bwMode="auto">
          <a:xfrm>
            <a:off x="0" y="1887538"/>
            <a:ext cx="9140825" cy="4833937"/>
            <a:chOff x="7" y="1189"/>
            <a:chExt cx="5728" cy="3045"/>
          </a:xfrm>
        </p:grpSpPr>
        <p:sp>
          <p:nvSpPr>
            <p:cNvPr id="6" name="Freeform 5917"/>
            <p:cNvSpPr>
              <a:spLocks/>
            </p:cNvSpPr>
            <p:nvPr/>
          </p:nvSpPr>
          <p:spPr bwMode="auto">
            <a:xfrm>
              <a:off x="5692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5918"/>
            <p:cNvSpPr>
              <a:spLocks/>
            </p:cNvSpPr>
            <p:nvPr/>
          </p:nvSpPr>
          <p:spPr bwMode="auto">
            <a:xfrm>
              <a:off x="5605" y="3501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5919"/>
            <p:cNvSpPr>
              <a:spLocks/>
            </p:cNvSpPr>
            <p:nvPr/>
          </p:nvSpPr>
          <p:spPr bwMode="auto">
            <a:xfrm>
              <a:off x="5519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5920"/>
            <p:cNvSpPr>
              <a:spLocks/>
            </p:cNvSpPr>
            <p:nvPr/>
          </p:nvSpPr>
          <p:spPr bwMode="auto">
            <a:xfrm>
              <a:off x="5433" y="3501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5921"/>
            <p:cNvSpPr>
              <a:spLocks/>
            </p:cNvSpPr>
            <p:nvPr/>
          </p:nvSpPr>
          <p:spPr bwMode="auto">
            <a:xfrm>
              <a:off x="5347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5922"/>
            <p:cNvSpPr>
              <a:spLocks/>
            </p:cNvSpPr>
            <p:nvPr/>
          </p:nvSpPr>
          <p:spPr bwMode="auto">
            <a:xfrm>
              <a:off x="5261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923"/>
            <p:cNvSpPr>
              <a:spLocks/>
            </p:cNvSpPr>
            <p:nvPr/>
          </p:nvSpPr>
          <p:spPr bwMode="auto">
            <a:xfrm>
              <a:off x="5175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5924"/>
            <p:cNvSpPr>
              <a:spLocks/>
            </p:cNvSpPr>
            <p:nvPr/>
          </p:nvSpPr>
          <p:spPr bwMode="auto">
            <a:xfrm>
              <a:off x="5088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925"/>
            <p:cNvSpPr>
              <a:spLocks/>
            </p:cNvSpPr>
            <p:nvPr/>
          </p:nvSpPr>
          <p:spPr bwMode="auto">
            <a:xfrm>
              <a:off x="5002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926"/>
            <p:cNvSpPr>
              <a:spLocks/>
            </p:cNvSpPr>
            <p:nvPr/>
          </p:nvSpPr>
          <p:spPr bwMode="auto">
            <a:xfrm>
              <a:off x="4916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5927"/>
            <p:cNvSpPr>
              <a:spLocks/>
            </p:cNvSpPr>
            <p:nvPr/>
          </p:nvSpPr>
          <p:spPr bwMode="auto">
            <a:xfrm>
              <a:off x="4830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5928"/>
            <p:cNvSpPr>
              <a:spLocks/>
            </p:cNvSpPr>
            <p:nvPr/>
          </p:nvSpPr>
          <p:spPr bwMode="auto">
            <a:xfrm>
              <a:off x="4744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5929"/>
            <p:cNvSpPr>
              <a:spLocks/>
            </p:cNvSpPr>
            <p:nvPr/>
          </p:nvSpPr>
          <p:spPr bwMode="auto">
            <a:xfrm>
              <a:off x="4657" y="3501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930"/>
            <p:cNvSpPr>
              <a:spLocks/>
            </p:cNvSpPr>
            <p:nvPr/>
          </p:nvSpPr>
          <p:spPr bwMode="auto">
            <a:xfrm>
              <a:off x="4571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5931"/>
            <p:cNvSpPr>
              <a:spLocks/>
            </p:cNvSpPr>
            <p:nvPr/>
          </p:nvSpPr>
          <p:spPr bwMode="auto">
            <a:xfrm>
              <a:off x="4485" y="3501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5932"/>
            <p:cNvSpPr>
              <a:spLocks/>
            </p:cNvSpPr>
            <p:nvPr/>
          </p:nvSpPr>
          <p:spPr bwMode="auto">
            <a:xfrm>
              <a:off x="4399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5933"/>
            <p:cNvSpPr>
              <a:spLocks/>
            </p:cNvSpPr>
            <p:nvPr/>
          </p:nvSpPr>
          <p:spPr bwMode="auto">
            <a:xfrm>
              <a:off x="4313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5934"/>
            <p:cNvSpPr>
              <a:spLocks/>
            </p:cNvSpPr>
            <p:nvPr/>
          </p:nvSpPr>
          <p:spPr bwMode="auto">
            <a:xfrm>
              <a:off x="4227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5935"/>
            <p:cNvSpPr>
              <a:spLocks/>
            </p:cNvSpPr>
            <p:nvPr/>
          </p:nvSpPr>
          <p:spPr bwMode="auto">
            <a:xfrm>
              <a:off x="4140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5936"/>
            <p:cNvSpPr>
              <a:spLocks/>
            </p:cNvSpPr>
            <p:nvPr/>
          </p:nvSpPr>
          <p:spPr bwMode="auto">
            <a:xfrm>
              <a:off x="4054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5937"/>
            <p:cNvSpPr>
              <a:spLocks/>
            </p:cNvSpPr>
            <p:nvPr/>
          </p:nvSpPr>
          <p:spPr bwMode="auto">
            <a:xfrm>
              <a:off x="3968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5938"/>
            <p:cNvSpPr>
              <a:spLocks/>
            </p:cNvSpPr>
            <p:nvPr/>
          </p:nvSpPr>
          <p:spPr bwMode="auto">
            <a:xfrm>
              <a:off x="3882" y="3501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5939"/>
            <p:cNvSpPr>
              <a:spLocks/>
            </p:cNvSpPr>
            <p:nvPr/>
          </p:nvSpPr>
          <p:spPr bwMode="auto">
            <a:xfrm>
              <a:off x="3796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5940"/>
            <p:cNvSpPr>
              <a:spLocks/>
            </p:cNvSpPr>
            <p:nvPr/>
          </p:nvSpPr>
          <p:spPr bwMode="auto">
            <a:xfrm>
              <a:off x="3709" y="3501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5941"/>
            <p:cNvSpPr>
              <a:spLocks/>
            </p:cNvSpPr>
            <p:nvPr/>
          </p:nvSpPr>
          <p:spPr bwMode="auto">
            <a:xfrm>
              <a:off x="3623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5942"/>
            <p:cNvSpPr>
              <a:spLocks/>
            </p:cNvSpPr>
            <p:nvPr/>
          </p:nvSpPr>
          <p:spPr bwMode="auto">
            <a:xfrm>
              <a:off x="1813" y="3501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5943"/>
            <p:cNvSpPr>
              <a:spLocks/>
            </p:cNvSpPr>
            <p:nvPr/>
          </p:nvSpPr>
          <p:spPr bwMode="auto">
            <a:xfrm>
              <a:off x="1727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5944"/>
            <p:cNvSpPr>
              <a:spLocks/>
            </p:cNvSpPr>
            <p:nvPr/>
          </p:nvSpPr>
          <p:spPr bwMode="auto">
            <a:xfrm>
              <a:off x="1641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5945"/>
            <p:cNvSpPr>
              <a:spLocks/>
            </p:cNvSpPr>
            <p:nvPr/>
          </p:nvSpPr>
          <p:spPr bwMode="auto">
            <a:xfrm>
              <a:off x="1555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5946"/>
            <p:cNvSpPr>
              <a:spLocks/>
            </p:cNvSpPr>
            <p:nvPr/>
          </p:nvSpPr>
          <p:spPr bwMode="auto">
            <a:xfrm>
              <a:off x="1469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5947"/>
            <p:cNvSpPr>
              <a:spLocks/>
            </p:cNvSpPr>
            <p:nvPr/>
          </p:nvSpPr>
          <p:spPr bwMode="auto">
            <a:xfrm>
              <a:off x="1383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5948"/>
            <p:cNvSpPr>
              <a:spLocks/>
            </p:cNvSpPr>
            <p:nvPr/>
          </p:nvSpPr>
          <p:spPr bwMode="auto">
            <a:xfrm>
              <a:off x="1296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5949"/>
            <p:cNvSpPr>
              <a:spLocks/>
            </p:cNvSpPr>
            <p:nvPr/>
          </p:nvSpPr>
          <p:spPr bwMode="auto">
            <a:xfrm>
              <a:off x="1210" y="3501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5950"/>
            <p:cNvSpPr>
              <a:spLocks/>
            </p:cNvSpPr>
            <p:nvPr/>
          </p:nvSpPr>
          <p:spPr bwMode="auto">
            <a:xfrm>
              <a:off x="1124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5951"/>
            <p:cNvSpPr>
              <a:spLocks/>
            </p:cNvSpPr>
            <p:nvPr/>
          </p:nvSpPr>
          <p:spPr bwMode="auto">
            <a:xfrm>
              <a:off x="1038" y="3501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5952"/>
            <p:cNvSpPr>
              <a:spLocks/>
            </p:cNvSpPr>
            <p:nvPr/>
          </p:nvSpPr>
          <p:spPr bwMode="auto">
            <a:xfrm>
              <a:off x="952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5953"/>
            <p:cNvSpPr>
              <a:spLocks/>
            </p:cNvSpPr>
            <p:nvPr/>
          </p:nvSpPr>
          <p:spPr bwMode="auto">
            <a:xfrm>
              <a:off x="865" y="3501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5954"/>
            <p:cNvSpPr>
              <a:spLocks/>
            </p:cNvSpPr>
            <p:nvPr/>
          </p:nvSpPr>
          <p:spPr bwMode="auto">
            <a:xfrm>
              <a:off x="779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5955"/>
            <p:cNvSpPr>
              <a:spLocks/>
            </p:cNvSpPr>
            <p:nvPr/>
          </p:nvSpPr>
          <p:spPr bwMode="auto">
            <a:xfrm>
              <a:off x="693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5956"/>
            <p:cNvSpPr>
              <a:spLocks/>
            </p:cNvSpPr>
            <p:nvPr/>
          </p:nvSpPr>
          <p:spPr bwMode="auto">
            <a:xfrm>
              <a:off x="607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5957"/>
            <p:cNvSpPr>
              <a:spLocks/>
            </p:cNvSpPr>
            <p:nvPr/>
          </p:nvSpPr>
          <p:spPr bwMode="auto">
            <a:xfrm>
              <a:off x="521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5958"/>
            <p:cNvSpPr>
              <a:spLocks/>
            </p:cNvSpPr>
            <p:nvPr/>
          </p:nvSpPr>
          <p:spPr bwMode="auto">
            <a:xfrm>
              <a:off x="435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5959"/>
            <p:cNvSpPr>
              <a:spLocks/>
            </p:cNvSpPr>
            <p:nvPr/>
          </p:nvSpPr>
          <p:spPr bwMode="auto">
            <a:xfrm>
              <a:off x="348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5960"/>
            <p:cNvSpPr>
              <a:spLocks/>
            </p:cNvSpPr>
            <p:nvPr/>
          </p:nvSpPr>
          <p:spPr bwMode="auto">
            <a:xfrm>
              <a:off x="262" y="3501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5961"/>
            <p:cNvSpPr>
              <a:spLocks/>
            </p:cNvSpPr>
            <p:nvPr/>
          </p:nvSpPr>
          <p:spPr bwMode="auto">
            <a:xfrm>
              <a:off x="176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5962"/>
            <p:cNvSpPr>
              <a:spLocks/>
            </p:cNvSpPr>
            <p:nvPr/>
          </p:nvSpPr>
          <p:spPr bwMode="auto">
            <a:xfrm>
              <a:off x="90" y="3501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5963"/>
            <p:cNvSpPr>
              <a:spLocks/>
            </p:cNvSpPr>
            <p:nvPr/>
          </p:nvSpPr>
          <p:spPr bwMode="auto">
            <a:xfrm>
              <a:off x="7" y="3501"/>
              <a:ext cx="40" cy="43"/>
            </a:xfrm>
            <a:custGeom>
              <a:avLst/>
              <a:gdLst>
                <a:gd name="T0" fmla="*/ 0 w 40"/>
                <a:gd name="T1" fmla="*/ 43 h 43"/>
                <a:gd name="T2" fmla="*/ 0 w 40"/>
                <a:gd name="T3" fmla="*/ 0 h 43"/>
                <a:gd name="T4" fmla="*/ 40 w 40"/>
                <a:gd name="T5" fmla="*/ 0 h 43"/>
                <a:gd name="T6" fmla="*/ 40 w 40"/>
                <a:gd name="T7" fmla="*/ 43 h 43"/>
                <a:gd name="T8" fmla="*/ 0 w 40"/>
                <a:gd name="T9" fmla="*/ 43 h 43"/>
                <a:gd name="T10" fmla="*/ 0 w 40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43">
                  <a:moveTo>
                    <a:pt x="0" y="43"/>
                  </a:moveTo>
                  <a:lnTo>
                    <a:pt x="0" y="0"/>
                  </a:lnTo>
                  <a:lnTo>
                    <a:pt x="40" y="0"/>
                  </a:lnTo>
                  <a:lnTo>
                    <a:pt x="40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964"/>
            <p:cNvSpPr>
              <a:spLocks/>
            </p:cNvSpPr>
            <p:nvPr/>
          </p:nvSpPr>
          <p:spPr bwMode="auto">
            <a:xfrm>
              <a:off x="3192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5965"/>
            <p:cNvSpPr>
              <a:spLocks/>
            </p:cNvSpPr>
            <p:nvPr/>
          </p:nvSpPr>
          <p:spPr bwMode="auto">
            <a:xfrm>
              <a:off x="3106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5966"/>
            <p:cNvSpPr>
              <a:spLocks/>
            </p:cNvSpPr>
            <p:nvPr/>
          </p:nvSpPr>
          <p:spPr bwMode="auto">
            <a:xfrm>
              <a:off x="3020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967"/>
            <p:cNvSpPr>
              <a:spLocks/>
            </p:cNvSpPr>
            <p:nvPr/>
          </p:nvSpPr>
          <p:spPr bwMode="auto">
            <a:xfrm>
              <a:off x="2934" y="3501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968"/>
            <p:cNvSpPr>
              <a:spLocks/>
            </p:cNvSpPr>
            <p:nvPr/>
          </p:nvSpPr>
          <p:spPr bwMode="auto">
            <a:xfrm>
              <a:off x="2848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969"/>
            <p:cNvSpPr>
              <a:spLocks/>
            </p:cNvSpPr>
            <p:nvPr/>
          </p:nvSpPr>
          <p:spPr bwMode="auto">
            <a:xfrm>
              <a:off x="2761" y="3501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970"/>
            <p:cNvSpPr>
              <a:spLocks/>
            </p:cNvSpPr>
            <p:nvPr/>
          </p:nvSpPr>
          <p:spPr bwMode="auto">
            <a:xfrm>
              <a:off x="2675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971"/>
            <p:cNvSpPr>
              <a:spLocks/>
            </p:cNvSpPr>
            <p:nvPr/>
          </p:nvSpPr>
          <p:spPr bwMode="auto">
            <a:xfrm>
              <a:off x="2589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972"/>
            <p:cNvSpPr>
              <a:spLocks/>
            </p:cNvSpPr>
            <p:nvPr/>
          </p:nvSpPr>
          <p:spPr bwMode="auto">
            <a:xfrm>
              <a:off x="2503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973"/>
            <p:cNvSpPr>
              <a:spLocks/>
            </p:cNvSpPr>
            <p:nvPr/>
          </p:nvSpPr>
          <p:spPr bwMode="auto">
            <a:xfrm>
              <a:off x="2417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974"/>
            <p:cNvSpPr>
              <a:spLocks/>
            </p:cNvSpPr>
            <p:nvPr/>
          </p:nvSpPr>
          <p:spPr bwMode="auto">
            <a:xfrm>
              <a:off x="2331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975"/>
            <p:cNvSpPr>
              <a:spLocks/>
            </p:cNvSpPr>
            <p:nvPr/>
          </p:nvSpPr>
          <p:spPr bwMode="auto">
            <a:xfrm>
              <a:off x="2244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976"/>
            <p:cNvSpPr>
              <a:spLocks/>
            </p:cNvSpPr>
            <p:nvPr/>
          </p:nvSpPr>
          <p:spPr bwMode="auto">
            <a:xfrm>
              <a:off x="2158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5977"/>
            <p:cNvSpPr>
              <a:spLocks/>
            </p:cNvSpPr>
            <p:nvPr/>
          </p:nvSpPr>
          <p:spPr bwMode="auto">
            <a:xfrm>
              <a:off x="2072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5978"/>
            <p:cNvSpPr>
              <a:spLocks/>
            </p:cNvSpPr>
            <p:nvPr/>
          </p:nvSpPr>
          <p:spPr bwMode="auto">
            <a:xfrm>
              <a:off x="1986" y="3501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5979"/>
            <p:cNvSpPr>
              <a:spLocks/>
            </p:cNvSpPr>
            <p:nvPr/>
          </p:nvSpPr>
          <p:spPr bwMode="auto">
            <a:xfrm>
              <a:off x="1900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5980"/>
            <p:cNvSpPr>
              <a:spLocks/>
            </p:cNvSpPr>
            <p:nvPr/>
          </p:nvSpPr>
          <p:spPr bwMode="auto">
            <a:xfrm>
              <a:off x="3537" y="3501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5981"/>
            <p:cNvSpPr>
              <a:spLocks/>
            </p:cNvSpPr>
            <p:nvPr/>
          </p:nvSpPr>
          <p:spPr bwMode="auto">
            <a:xfrm>
              <a:off x="3451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5982"/>
            <p:cNvSpPr>
              <a:spLocks/>
            </p:cNvSpPr>
            <p:nvPr/>
          </p:nvSpPr>
          <p:spPr bwMode="auto">
            <a:xfrm>
              <a:off x="3365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5983"/>
            <p:cNvSpPr>
              <a:spLocks/>
            </p:cNvSpPr>
            <p:nvPr/>
          </p:nvSpPr>
          <p:spPr bwMode="auto">
            <a:xfrm>
              <a:off x="3279" y="350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5984"/>
            <p:cNvSpPr>
              <a:spLocks/>
            </p:cNvSpPr>
            <p:nvPr/>
          </p:nvSpPr>
          <p:spPr bwMode="auto">
            <a:xfrm>
              <a:off x="5692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5985"/>
            <p:cNvSpPr>
              <a:spLocks/>
            </p:cNvSpPr>
            <p:nvPr/>
          </p:nvSpPr>
          <p:spPr bwMode="auto">
            <a:xfrm>
              <a:off x="5605" y="3587"/>
              <a:ext cx="46" cy="44"/>
            </a:xfrm>
            <a:custGeom>
              <a:avLst/>
              <a:gdLst>
                <a:gd name="T0" fmla="*/ 0 w 44"/>
                <a:gd name="T1" fmla="*/ 44 h 44"/>
                <a:gd name="T2" fmla="*/ 0 w 44"/>
                <a:gd name="T3" fmla="*/ 0 h 44"/>
                <a:gd name="T4" fmla="*/ 48 w 44"/>
                <a:gd name="T5" fmla="*/ 0 h 44"/>
                <a:gd name="T6" fmla="*/ 48 w 44"/>
                <a:gd name="T7" fmla="*/ 44 h 44"/>
                <a:gd name="T8" fmla="*/ 0 w 44"/>
                <a:gd name="T9" fmla="*/ 44 h 44"/>
                <a:gd name="T10" fmla="*/ 0 w 44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4">
                  <a:moveTo>
                    <a:pt x="0" y="44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5986"/>
            <p:cNvSpPr>
              <a:spLocks/>
            </p:cNvSpPr>
            <p:nvPr/>
          </p:nvSpPr>
          <p:spPr bwMode="auto">
            <a:xfrm>
              <a:off x="5519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5987"/>
            <p:cNvSpPr>
              <a:spLocks/>
            </p:cNvSpPr>
            <p:nvPr/>
          </p:nvSpPr>
          <p:spPr bwMode="auto">
            <a:xfrm>
              <a:off x="5433" y="3587"/>
              <a:ext cx="45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7 w 43"/>
                <a:gd name="T5" fmla="*/ 0 h 44"/>
                <a:gd name="T6" fmla="*/ 47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5988"/>
            <p:cNvSpPr>
              <a:spLocks/>
            </p:cNvSpPr>
            <p:nvPr/>
          </p:nvSpPr>
          <p:spPr bwMode="auto">
            <a:xfrm>
              <a:off x="5347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5989"/>
            <p:cNvSpPr>
              <a:spLocks/>
            </p:cNvSpPr>
            <p:nvPr/>
          </p:nvSpPr>
          <p:spPr bwMode="auto">
            <a:xfrm>
              <a:off x="5261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5990"/>
            <p:cNvSpPr>
              <a:spLocks/>
            </p:cNvSpPr>
            <p:nvPr/>
          </p:nvSpPr>
          <p:spPr bwMode="auto">
            <a:xfrm>
              <a:off x="5175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5991"/>
            <p:cNvSpPr>
              <a:spLocks/>
            </p:cNvSpPr>
            <p:nvPr/>
          </p:nvSpPr>
          <p:spPr bwMode="auto">
            <a:xfrm>
              <a:off x="5088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5992"/>
            <p:cNvSpPr>
              <a:spLocks/>
            </p:cNvSpPr>
            <p:nvPr/>
          </p:nvSpPr>
          <p:spPr bwMode="auto">
            <a:xfrm>
              <a:off x="5002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5993"/>
            <p:cNvSpPr>
              <a:spLocks/>
            </p:cNvSpPr>
            <p:nvPr/>
          </p:nvSpPr>
          <p:spPr bwMode="auto">
            <a:xfrm>
              <a:off x="4916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5994"/>
            <p:cNvSpPr>
              <a:spLocks/>
            </p:cNvSpPr>
            <p:nvPr/>
          </p:nvSpPr>
          <p:spPr bwMode="auto">
            <a:xfrm>
              <a:off x="4830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5995"/>
            <p:cNvSpPr>
              <a:spLocks/>
            </p:cNvSpPr>
            <p:nvPr/>
          </p:nvSpPr>
          <p:spPr bwMode="auto">
            <a:xfrm>
              <a:off x="4744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5996"/>
            <p:cNvSpPr>
              <a:spLocks/>
            </p:cNvSpPr>
            <p:nvPr/>
          </p:nvSpPr>
          <p:spPr bwMode="auto">
            <a:xfrm>
              <a:off x="4657" y="3587"/>
              <a:ext cx="46" cy="44"/>
            </a:xfrm>
            <a:custGeom>
              <a:avLst/>
              <a:gdLst>
                <a:gd name="T0" fmla="*/ 0 w 44"/>
                <a:gd name="T1" fmla="*/ 44 h 44"/>
                <a:gd name="T2" fmla="*/ 0 w 44"/>
                <a:gd name="T3" fmla="*/ 0 h 44"/>
                <a:gd name="T4" fmla="*/ 48 w 44"/>
                <a:gd name="T5" fmla="*/ 0 h 44"/>
                <a:gd name="T6" fmla="*/ 48 w 44"/>
                <a:gd name="T7" fmla="*/ 44 h 44"/>
                <a:gd name="T8" fmla="*/ 0 w 44"/>
                <a:gd name="T9" fmla="*/ 44 h 44"/>
                <a:gd name="T10" fmla="*/ 0 w 44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4">
                  <a:moveTo>
                    <a:pt x="0" y="44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5997"/>
            <p:cNvSpPr>
              <a:spLocks/>
            </p:cNvSpPr>
            <p:nvPr/>
          </p:nvSpPr>
          <p:spPr bwMode="auto">
            <a:xfrm>
              <a:off x="4571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5998"/>
            <p:cNvSpPr>
              <a:spLocks/>
            </p:cNvSpPr>
            <p:nvPr/>
          </p:nvSpPr>
          <p:spPr bwMode="auto">
            <a:xfrm>
              <a:off x="4485" y="3587"/>
              <a:ext cx="45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7 w 43"/>
                <a:gd name="T5" fmla="*/ 0 h 44"/>
                <a:gd name="T6" fmla="*/ 47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5999"/>
            <p:cNvSpPr>
              <a:spLocks/>
            </p:cNvSpPr>
            <p:nvPr/>
          </p:nvSpPr>
          <p:spPr bwMode="auto">
            <a:xfrm>
              <a:off x="4399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6000"/>
            <p:cNvSpPr>
              <a:spLocks/>
            </p:cNvSpPr>
            <p:nvPr/>
          </p:nvSpPr>
          <p:spPr bwMode="auto">
            <a:xfrm>
              <a:off x="4313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6001"/>
            <p:cNvSpPr>
              <a:spLocks/>
            </p:cNvSpPr>
            <p:nvPr/>
          </p:nvSpPr>
          <p:spPr bwMode="auto">
            <a:xfrm>
              <a:off x="4227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6002"/>
            <p:cNvSpPr>
              <a:spLocks/>
            </p:cNvSpPr>
            <p:nvPr/>
          </p:nvSpPr>
          <p:spPr bwMode="auto">
            <a:xfrm>
              <a:off x="4140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6003"/>
            <p:cNvSpPr>
              <a:spLocks/>
            </p:cNvSpPr>
            <p:nvPr/>
          </p:nvSpPr>
          <p:spPr bwMode="auto">
            <a:xfrm>
              <a:off x="4054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6004"/>
            <p:cNvSpPr>
              <a:spLocks/>
            </p:cNvSpPr>
            <p:nvPr/>
          </p:nvSpPr>
          <p:spPr bwMode="auto">
            <a:xfrm>
              <a:off x="3968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6005"/>
            <p:cNvSpPr>
              <a:spLocks/>
            </p:cNvSpPr>
            <p:nvPr/>
          </p:nvSpPr>
          <p:spPr bwMode="auto">
            <a:xfrm>
              <a:off x="3882" y="3587"/>
              <a:ext cx="45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7 w 43"/>
                <a:gd name="T5" fmla="*/ 0 h 44"/>
                <a:gd name="T6" fmla="*/ 47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6006"/>
            <p:cNvSpPr>
              <a:spLocks/>
            </p:cNvSpPr>
            <p:nvPr/>
          </p:nvSpPr>
          <p:spPr bwMode="auto">
            <a:xfrm>
              <a:off x="3796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6007"/>
            <p:cNvSpPr>
              <a:spLocks/>
            </p:cNvSpPr>
            <p:nvPr/>
          </p:nvSpPr>
          <p:spPr bwMode="auto">
            <a:xfrm>
              <a:off x="3709" y="3587"/>
              <a:ext cx="46" cy="44"/>
            </a:xfrm>
            <a:custGeom>
              <a:avLst/>
              <a:gdLst>
                <a:gd name="T0" fmla="*/ 0 w 44"/>
                <a:gd name="T1" fmla="*/ 44 h 44"/>
                <a:gd name="T2" fmla="*/ 0 w 44"/>
                <a:gd name="T3" fmla="*/ 0 h 44"/>
                <a:gd name="T4" fmla="*/ 48 w 44"/>
                <a:gd name="T5" fmla="*/ 0 h 44"/>
                <a:gd name="T6" fmla="*/ 48 w 44"/>
                <a:gd name="T7" fmla="*/ 44 h 44"/>
                <a:gd name="T8" fmla="*/ 0 w 44"/>
                <a:gd name="T9" fmla="*/ 44 h 44"/>
                <a:gd name="T10" fmla="*/ 0 w 44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4">
                  <a:moveTo>
                    <a:pt x="0" y="44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6008"/>
            <p:cNvSpPr>
              <a:spLocks/>
            </p:cNvSpPr>
            <p:nvPr/>
          </p:nvSpPr>
          <p:spPr bwMode="auto">
            <a:xfrm>
              <a:off x="3623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6009"/>
            <p:cNvSpPr>
              <a:spLocks/>
            </p:cNvSpPr>
            <p:nvPr/>
          </p:nvSpPr>
          <p:spPr bwMode="auto">
            <a:xfrm>
              <a:off x="1813" y="3587"/>
              <a:ext cx="46" cy="44"/>
            </a:xfrm>
            <a:custGeom>
              <a:avLst/>
              <a:gdLst>
                <a:gd name="T0" fmla="*/ 0 w 44"/>
                <a:gd name="T1" fmla="*/ 44 h 44"/>
                <a:gd name="T2" fmla="*/ 0 w 44"/>
                <a:gd name="T3" fmla="*/ 0 h 44"/>
                <a:gd name="T4" fmla="*/ 48 w 44"/>
                <a:gd name="T5" fmla="*/ 0 h 44"/>
                <a:gd name="T6" fmla="*/ 48 w 44"/>
                <a:gd name="T7" fmla="*/ 44 h 44"/>
                <a:gd name="T8" fmla="*/ 0 w 44"/>
                <a:gd name="T9" fmla="*/ 44 h 44"/>
                <a:gd name="T10" fmla="*/ 0 w 44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4">
                  <a:moveTo>
                    <a:pt x="0" y="44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6010"/>
            <p:cNvSpPr>
              <a:spLocks/>
            </p:cNvSpPr>
            <p:nvPr/>
          </p:nvSpPr>
          <p:spPr bwMode="auto">
            <a:xfrm>
              <a:off x="1727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6011"/>
            <p:cNvSpPr>
              <a:spLocks/>
            </p:cNvSpPr>
            <p:nvPr/>
          </p:nvSpPr>
          <p:spPr bwMode="auto">
            <a:xfrm>
              <a:off x="1641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6012"/>
            <p:cNvSpPr>
              <a:spLocks/>
            </p:cNvSpPr>
            <p:nvPr/>
          </p:nvSpPr>
          <p:spPr bwMode="auto">
            <a:xfrm>
              <a:off x="1555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6013"/>
            <p:cNvSpPr>
              <a:spLocks/>
            </p:cNvSpPr>
            <p:nvPr/>
          </p:nvSpPr>
          <p:spPr bwMode="auto">
            <a:xfrm>
              <a:off x="1469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6014"/>
            <p:cNvSpPr>
              <a:spLocks/>
            </p:cNvSpPr>
            <p:nvPr/>
          </p:nvSpPr>
          <p:spPr bwMode="auto">
            <a:xfrm>
              <a:off x="1383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6015"/>
            <p:cNvSpPr>
              <a:spLocks/>
            </p:cNvSpPr>
            <p:nvPr/>
          </p:nvSpPr>
          <p:spPr bwMode="auto">
            <a:xfrm>
              <a:off x="1296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6016"/>
            <p:cNvSpPr>
              <a:spLocks/>
            </p:cNvSpPr>
            <p:nvPr/>
          </p:nvSpPr>
          <p:spPr bwMode="auto">
            <a:xfrm>
              <a:off x="1210" y="3587"/>
              <a:ext cx="45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7 w 43"/>
                <a:gd name="T5" fmla="*/ 0 h 44"/>
                <a:gd name="T6" fmla="*/ 47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6017"/>
            <p:cNvSpPr>
              <a:spLocks/>
            </p:cNvSpPr>
            <p:nvPr/>
          </p:nvSpPr>
          <p:spPr bwMode="auto">
            <a:xfrm>
              <a:off x="1124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6018"/>
            <p:cNvSpPr>
              <a:spLocks/>
            </p:cNvSpPr>
            <p:nvPr/>
          </p:nvSpPr>
          <p:spPr bwMode="auto">
            <a:xfrm>
              <a:off x="1038" y="3587"/>
              <a:ext cx="45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7 w 43"/>
                <a:gd name="T5" fmla="*/ 0 h 44"/>
                <a:gd name="T6" fmla="*/ 47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6019"/>
            <p:cNvSpPr>
              <a:spLocks/>
            </p:cNvSpPr>
            <p:nvPr/>
          </p:nvSpPr>
          <p:spPr bwMode="auto">
            <a:xfrm>
              <a:off x="952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6020"/>
            <p:cNvSpPr>
              <a:spLocks/>
            </p:cNvSpPr>
            <p:nvPr/>
          </p:nvSpPr>
          <p:spPr bwMode="auto">
            <a:xfrm>
              <a:off x="865" y="3587"/>
              <a:ext cx="46" cy="44"/>
            </a:xfrm>
            <a:custGeom>
              <a:avLst/>
              <a:gdLst>
                <a:gd name="T0" fmla="*/ 0 w 44"/>
                <a:gd name="T1" fmla="*/ 44 h 44"/>
                <a:gd name="T2" fmla="*/ 0 w 44"/>
                <a:gd name="T3" fmla="*/ 0 h 44"/>
                <a:gd name="T4" fmla="*/ 48 w 44"/>
                <a:gd name="T5" fmla="*/ 0 h 44"/>
                <a:gd name="T6" fmla="*/ 48 w 44"/>
                <a:gd name="T7" fmla="*/ 44 h 44"/>
                <a:gd name="T8" fmla="*/ 0 w 44"/>
                <a:gd name="T9" fmla="*/ 44 h 44"/>
                <a:gd name="T10" fmla="*/ 0 w 44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4">
                  <a:moveTo>
                    <a:pt x="0" y="44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6021"/>
            <p:cNvSpPr>
              <a:spLocks/>
            </p:cNvSpPr>
            <p:nvPr/>
          </p:nvSpPr>
          <p:spPr bwMode="auto">
            <a:xfrm>
              <a:off x="779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6022"/>
            <p:cNvSpPr>
              <a:spLocks/>
            </p:cNvSpPr>
            <p:nvPr/>
          </p:nvSpPr>
          <p:spPr bwMode="auto">
            <a:xfrm>
              <a:off x="693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6023"/>
            <p:cNvSpPr>
              <a:spLocks/>
            </p:cNvSpPr>
            <p:nvPr/>
          </p:nvSpPr>
          <p:spPr bwMode="auto">
            <a:xfrm>
              <a:off x="607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6024"/>
            <p:cNvSpPr>
              <a:spLocks/>
            </p:cNvSpPr>
            <p:nvPr/>
          </p:nvSpPr>
          <p:spPr bwMode="auto">
            <a:xfrm>
              <a:off x="521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6025"/>
            <p:cNvSpPr>
              <a:spLocks/>
            </p:cNvSpPr>
            <p:nvPr/>
          </p:nvSpPr>
          <p:spPr bwMode="auto">
            <a:xfrm>
              <a:off x="435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6026"/>
            <p:cNvSpPr>
              <a:spLocks/>
            </p:cNvSpPr>
            <p:nvPr/>
          </p:nvSpPr>
          <p:spPr bwMode="auto">
            <a:xfrm>
              <a:off x="348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6027"/>
            <p:cNvSpPr>
              <a:spLocks/>
            </p:cNvSpPr>
            <p:nvPr/>
          </p:nvSpPr>
          <p:spPr bwMode="auto">
            <a:xfrm>
              <a:off x="262" y="3587"/>
              <a:ext cx="45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7 w 43"/>
                <a:gd name="T5" fmla="*/ 0 h 44"/>
                <a:gd name="T6" fmla="*/ 47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6028"/>
            <p:cNvSpPr>
              <a:spLocks/>
            </p:cNvSpPr>
            <p:nvPr/>
          </p:nvSpPr>
          <p:spPr bwMode="auto">
            <a:xfrm>
              <a:off x="176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6029"/>
            <p:cNvSpPr>
              <a:spLocks/>
            </p:cNvSpPr>
            <p:nvPr/>
          </p:nvSpPr>
          <p:spPr bwMode="auto">
            <a:xfrm>
              <a:off x="90" y="3587"/>
              <a:ext cx="45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7 w 43"/>
                <a:gd name="T5" fmla="*/ 0 h 44"/>
                <a:gd name="T6" fmla="*/ 47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6030"/>
            <p:cNvSpPr>
              <a:spLocks/>
            </p:cNvSpPr>
            <p:nvPr/>
          </p:nvSpPr>
          <p:spPr bwMode="auto">
            <a:xfrm>
              <a:off x="7" y="3587"/>
              <a:ext cx="40" cy="44"/>
            </a:xfrm>
            <a:custGeom>
              <a:avLst/>
              <a:gdLst>
                <a:gd name="T0" fmla="*/ 0 w 40"/>
                <a:gd name="T1" fmla="*/ 44 h 44"/>
                <a:gd name="T2" fmla="*/ 0 w 40"/>
                <a:gd name="T3" fmla="*/ 0 h 44"/>
                <a:gd name="T4" fmla="*/ 40 w 40"/>
                <a:gd name="T5" fmla="*/ 0 h 44"/>
                <a:gd name="T6" fmla="*/ 40 w 40"/>
                <a:gd name="T7" fmla="*/ 44 h 44"/>
                <a:gd name="T8" fmla="*/ 0 w 40"/>
                <a:gd name="T9" fmla="*/ 44 h 44"/>
                <a:gd name="T10" fmla="*/ 0 w 40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44">
                  <a:moveTo>
                    <a:pt x="0" y="44"/>
                  </a:moveTo>
                  <a:lnTo>
                    <a:pt x="0" y="0"/>
                  </a:lnTo>
                  <a:lnTo>
                    <a:pt x="40" y="0"/>
                  </a:lnTo>
                  <a:lnTo>
                    <a:pt x="40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6031"/>
            <p:cNvSpPr>
              <a:spLocks/>
            </p:cNvSpPr>
            <p:nvPr/>
          </p:nvSpPr>
          <p:spPr bwMode="auto">
            <a:xfrm>
              <a:off x="3192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6032"/>
            <p:cNvSpPr>
              <a:spLocks/>
            </p:cNvSpPr>
            <p:nvPr/>
          </p:nvSpPr>
          <p:spPr bwMode="auto">
            <a:xfrm>
              <a:off x="3106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6033"/>
            <p:cNvSpPr>
              <a:spLocks/>
            </p:cNvSpPr>
            <p:nvPr/>
          </p:nvSpPr>
          <p:spPr bwMode="auto">
            <a:xfrm>
              <a:off x="3020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6034"/>
            <p:cNvSpPr>
              <a:spLocks/>
            </p:cNvSpPr>
            <p:nvPr/>
          </p:nvSpPr>
          <p:spPr bwMode="auto">
            <a:xfrm>
              <a:off x="2934" y="3587"/>
              <a:ext cx="45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7 w 43"/>
                <a:gd name="T5" fmla="*/ 0 h 44"/>
                <a:gd name="T6" fmla="*/ 47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6035"/>
            <p:cNvSpPr>
              <a:spLocks/>
            </p:cNvSpPr>
            <p:nvPr/>
          </p:nvSpPr>
          <p:spPr bwMode="auto">
            <a:xfrm>
              <a:off x="2848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6036"/>
            <p:cNvSpPr>
              <a:spLocks/>
            </p:cNvSpPr>
            <p:nvPr/>
          </p:nvSpPr>
          <p:spPr bwMode="auto">
            <a:xfrm>
              <a:off x="2761" y="3587"/>
              <a:ext cx="46" cy="44"/>
            </a:xfrm>
            <a:custGeom>
              <a:avLst/>
              <a:gdLst>
                <a:gd name="T0" fmla="*/ 0 w 44"/>
                <a:gd name="T1" fmla="*/ 44 h 44"/>
                <a:gd name="T2" fmla="*/ 0 w 44"/>
                <a:gd name="T3" fmla="*/ 0 h 44"/>
                <a:gd name="T4" fmla="*/ 48 w 44"/>
                <a:gd name="T5" fmla="*/ 0 h 44"/>
                <a:gd name="T6" fmla="*/ 48 w 44"/>
                <a:gd name="T7" fmla="*/ 44 h 44"/>
                <a:gd name="T8" fmla="*/ 0 w 44"/>
                <a:gd name="T9" fmla="*/ 44 h 44"/>
                <a:gd name="T10" fmla="*/ 0 w 44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4">
                  <a:moveTo>
                    <a:pt x="0" y="44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6037"/>
            <p:cNvSpPr>
              <a:spLocks/>
            </p:cNvSpPr>
            <p:nvPr/>
          </p:nvSpPr>
          <p:spPr bwMode="auto">
            <a:xfrm>
              <a:off x="2675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6038"/>
            <p:cNvSpPr>
              <a:spLocks/>
            </p:cNvSpPr>
            <p:nvPr/>
          </p:nvSpPr>
          <p:spPr bwMode="auto">
            <a:xfrm>
              <a:off x="2589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6039"/>
            <p:cNvSpPr>
              <a:spLocks/>
            </p:cNvSpPr>
            <p:nvPr/>
          </p:nvSpPr>
          <p:spPr bwMode="auto">
            <a:xfrm>
              <a:off x="2503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6040"/>
            <p:cNvSpPr>
              <a:spLocks/>
            </p:cNvSpPr>
            <p:nvPr/>
          </p:nvSpPr>
          <p:spPr bwMode="auto">
            <a:xfrm>
              <a:off x="2417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6041"/>
            <p:cNvSpPr>
              <a:spLocks/>
            </p:cNvSpPr>
            <p:nvPr/>
          </p:nvSpPr>
          <p:spPr bwMode="auto">
            <a:xfrm>
              <a:off x="2331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6042"/>
            <p:cNvSpPr>
              <a:spLocks/>
            </p:cNvSpPr>
            <p:nvPr/>
          </p:nvSpPr>
          <p:spPr bwMode="auto">
            <a:xfrm>
              <a:off x="2244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6043"/>
            <p:cNvSpPr>
              <a:spLocks/>
            </p:cNvSpPr>
            <p:nvPr/>
          </p:nvSpPr>
          <p:spPr bwMode="auto">
            <a:xfrm>
              <a:off x="2158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6044"/>
            <p:cNvSpPr>
              <a:spLocks/>
            </p:cNvSpPr>
            <p:nvPr/>
          </p:nvSpPr>
          <p:spPr bwMode="auto">
            <a:xfrm>
              <a:off x="2072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6045"/>
            <p:cNvSpPr>
              <a:spLocks/>
            </p:cNvSpPr>
            <p:nvPr/>
          </p:nvSpPr>
          <p:spPr bwMode="auto">
            <a:xfrm>
              <a:off x="1986" y="3587"/>
              <a:ext cx="45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7 w 43"/>
                <a:gd name="T5" fmla="*/ 0 h 44"/>
                <a:gd name="T6" fmla="*/ 47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6046"/>
            <p:cNvSpPr>
              <a:spLocks/>
            </p:cNvSpPr>
            <p:nvPr/>
          </p:nvSpPr>
          <p:spPr bwMode="auto">
            <a:xfrm>
              <a:off x="1900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6047"/>
            <p:cNvSpPr>
              <a:spLocks/>
            </p:cNvSpPr>
            <p:nvPr/>
          </p:nvSpPr>
          <p:spPr bwMode="auto">
            <a:xfrm>
              <a:off x="3537" y="3587"/>
              <a:ext cx="45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7 w 43"/>
                <a:gd name="T5" fmla="*/ 0 h 44"/>
                <a:gd name="T6" fmla="*/ 47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6048"/>
            <p:cNvSpPr>
              <a:spLocks/>
            </p:cNvSpPr>
            <p:nvPr/>
          </p:nvSpPr>
          <p:spPr bwMode="auto">
            <a:xfrm>
              <a:off x="3451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6049"/>
            <p:cNvSpPr>
              <a:spLocks/>
            </p:cNvSpPr>
            <p:nvPr/>
          </p:nvSpPr>
          <p:spPr bwMode="auto">
            <a:xfrm>
              <a:off x="3365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6050"/>
            <p:cNvSpPr>
              <a:spLocks/>
            </p:cNvSpPr>
            <p:nvPr/>
          </p:nvSpPr>
          <p:spPr bwMode="auto">
            <a:xfrm>
              <a:off x="3279" y="3587"/>
              <a:ext cx="43" cy="44"/>
            </a:xfrm>
            <a:custGeom>
              <a:avLst/>
              <a:gdLst>
                <a:gd name="T0" fmla="*/ 0 w 43"/>
                <a:gd name="T1" fmla="*/ 44 h 44"/>
                <a:gd name="T2" fmla="*/ 0 w 43"/>
                <a:gd name="T3" fmla="*/ 0 h 44"/>
                <a:gd name="T4" fmla="*/ 43 w 43"/>
                <a:gd name="T5" fmla="*/ 0 h 44"/>
                <a:gd name="T6" fmla="*/ 43 w 43"/>
                <a:gd name="T7" fmla="*/ 44 h 44"/>
                <a:gd name="T8" fmla="*/ 0 w 43"/>
                <a:gd name="T9" fmla="*/ 44 h 44"/>
                <a:gd name="T10" fmla="*/ 0 w 43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4">
                  <a:moveTo>
                    <a:pt x="0" y="4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6051"/>
            <p:cNvSpPr>
              <a:spLocks/>
            </p:cNvSpPr>
            <p:nvPr/>
          </p:nvSpPr>
          <p:spPr bwMode="auto">
            <a:xfrm>
              <a:off x="5692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6052"/>
            <p:cNvSpPr>
              <a:spLocks/>
            </p:cNvSpPr>
            <p:nvPr/>
          </p:nvSpPr>
          <p:spPr bwMode="auto">
            <a:xfrm>
              <a:off x="5605" y="3674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6053"/>
            <p:cNvSpPr>
              <a:spLocks/>
            </p:cNvSpPr>
            <p:nvPr/>
          </p:nvSpPr>
          <p:spPr bwMode="auto">
            <a:xfrm>
              <a:off x="5519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 6054"/>
            <p:cNvSpPr>
              <a:spLocks/>
            </p:cNvSpPr>
            <p:nvPr/>
          </p:nvSpPr>
          <p:spPr bwMode="auto">
            <a:xfrm>
              <a:off x="5433" y="3674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 6055"/>
            <p:cNvSpPr>
              <a:spLocks/>
            </p:cNvSpPr>
            <p:nvPr/>
          </p:nvSpPr>
          <p:spPr bwMode="auto">
            <a:xfrm>
              <a:off x="5347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6056"/>
            <p:cNvSpPr>
              <a:spLocks/>
            </p:cNvSpPr>
            <p:nvPr/>
          </p:nvSpPr>
          <p:spPr bwMode="auto">
            <a:xfrm>
              <a:off x="5261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6057"/>
            <p:cNvSpPr>
              <a:spLocks/>
            </p:cNvSpPr>
            <p:nvPr/>
          </p:nvSpPr>
          <p:spPr bwMode="auto">
            <a:xfrm>
              <a:off x="5175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6058"/>
            <p:cNvSpPr>
              <a:spLocks/>
            </p:cNvSpPr>
            <p:nvPr/>
          </p:nvSpPr>
          <p:spPr bwMode="auto">
            <a:xfrm>
              <a:off x="5088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 6059"/>
            <p:cNvSpPr>
              <a:spLocks/>
            </p:cNvSpPr>
            <p:nvPr/>
          </p:nvSpPr>
          <p:spPr bwMode="auto">
            <a:xfrm>
              <a:off x="5002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6060"/>
            <p:cNvSpPr>
              <a:spLocks/>
            </p:cNvSpPr>
            <p:nvPr/>
          </p:nvSpPr>
          <p:spPr bwMode="auto">
            <a:xfrm>
              <a:off x="4916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6061"/>
            <p:cNvSpPr>
              <a:spLocks/>
            </p:cNvSpPr>
            <p:nvPr/>
          </p:nvSpPr>
          <p:spPr bwMode="auto">
            <a:xfrm>
              <a:off x="4830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6062"/>
            <p:cNvSpPr>
              <a:spLocks/>
            </p:cNvSpPr>
            <p:nvPr/>
          </p:nvSpPr>
          <p:spPr bwMode="auto">
            <a:xfrm>
              <a:off x="4744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6063"/>
            <p:cNvSpPr>
              <a:spLocks/>
            </p:cNvSpPr>
            <p:nvPr/>
          </p:nvSpPr>
          <p:spPr bwMode="auto">
            <a:xfrm>
              <a:off x="4657" y="3674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6064"/>
            <p:cNvSpPr>
              <a:spLocks/>
            </p:cNvSpPr>
            <p:nvPr/>
          </p:nvSpPr>
          <p:spPr bwMode="auto">
            <a:xfrm>
              <a:off x="4571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 6065"/>
            <p:cNvSpPr>
              <a:spLocks/>
            </p:cNvSpPr>
            <p:nvPr/>
          </p:nvSpPr>
          <p:spPr bwMode="auto">
            <a:xfrm>
              <a:off x="4485" y="3674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Freeform 6066"/>
            <p:cNvSpPr>
              <a:spLocks/>
            </p:cNvSpPr>
            <p:nvPr/>
          </p:nvSpPr>
          <p:spPr bwMode="auto">
            <a:xfrm>
              <a:off x="4399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Freeform 6067"/>
            <p:cNvSpPr>
              <a:spLocks/>
            </p:cNvSpPr>
            <p:nvPr/>
          </p:nvSpPr>
          <p:spPr bwMode="auto">
            <a:xfrm>
              <a:off x="4313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Freeform 6068"/>
            <p:cNvSpPr>
              <a:spLocks/>
            </p:cNvSpPr>
            <p:nvPr/>
          </p:nvSpPr>
          <p:spPr bwMode="auto">
            <a:xfrm>
              <a:off x="4227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Freeform 6069"/>
            <p:cNvSpPr>
              <a:spLocks/>
            </p:cNvSpPr>
            <p:nvPr/>
          </p:nvSpPr>
          <p:spPr bwMode="auto">
            <a:xfrm>
              <a:off x="4140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Freeform 6070"/>
            <p:cNvSpPr>
              <a:spLocks/>
            </p:cNvSpPr>
            <p:nvPr/>
          </p:nvSpPr>
          <p:spPr bwMode="auto">
            <a:xfrm>
              <a:off x="4054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Freeform 6071"/>
            <p:cNvSpPr>
              <a:spLocks/>
            </p:cNvSpPr>
            <p:nvPr/>
          </p:nvSpPr>
          <p:spPr bwMode="auto">
            <a:xfrm>
              <a:off x="3968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Freeform 6072"/>
            <p:cNvSpPr>
              <a:spLocks/>
            </p:cNvSpPr>
            <p:nvPr/>
          </p:nvSpPr>
          <p:spPr bwMode="auto">
            <a:xfrm>
              <a:off x="3882" y="3674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Freeform 6073"/>
            <p:cNvSpPr>
              <a:spLocks/>
            </p:cNvSpPr>
            <p:nvPr/>
          </p:nvSpPr>
          <p:spPr bwMode="auto">
            <a:xfrm>
              <a:off x="3796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Freeform 6074"/>
            <p:cNvSpPr>
              <a:spLocks/>
            </p:cNvSpPr>
            <p:nvPr/>
          </p:nvSpPr>
          <p:spPr bwMode="auto">
            <a:xfrm>
              <a:off x="3709" y="3674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Freeform 6075"/>
            <p:cNvSpPr>
              <a:spLocks/>
            </p:cNvSpPr>
            <p:nvPr/>
          </p:nvSpPr>
          <p:spPr bwMode="auto">
            <a:xfrm>
              <a:off x="3623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Freeform 6076"/>
            <p:cNvSpPr>
              <a:spLocks/>
            </p:cNvSpPr>
            <p:nvPr/>
          </p:nvSpPr>
          <p:spPr bwMode="auto">
            <a:xfrm>
              <a:off x="1813" y="3674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Freeform 6077"/>
            <p:cNvSpPr>
              <a:spLocks/>
            </p:cNvSpPr>
            <p:nvPr/>
          </p:nvSpPr>
          <p:spPr bwMode="auto">
            <a:xfrm>
              <a:off x="1727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Freeform 6078"/>
            <p:cNvSpPr>
              <a:spLocks/>
            </p:cNvSpPr>
            <p:nvPr/>
          </p:nvSpPr>
          <p:spPr bwMode="auto">
            <a:xfrm>
              <a:off x="1641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Freeform 6079"/>
            <p:cNvSpPr>
              <a:spLocks/>
            </p:cNvSpPr>
            <p:nvPr/>
          </p:nvSpPr>
          <p:spPr bwMode="auto">
            <a:xfrm>
              <a:off x="1555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Freeform 6080"/>
            <p:cNvSpPr>
              <a:spLocks/>
            </p:cNvSpPr>
            <p:nvPr/>
          </p:nvSpPr>
          <p:spPr bwMode="auto">
            <a:xfrm>
              <a:off x="1469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Freeform 6081"/>
            <p:cNvSpPr>
              <a:spLocks/>
            </p:cNvSpPr>
            <p:nvPr/>
          </p:nvSpPr>
          <p:spPr bwMode="auto">
            <a:xfrm>
              <a:off x="1383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1" name="Freeform 6082"/>
            <p:cNvSpPr>
              <a:spLocks/>
            </p:cNvSpPr>
            <p:nvPr/>
          </p:nvSpPr>
          <p:spPr bwMode="auto">
            <a:xfrm>
              <a:off x="1296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2" name="Freeform 6083"/>
            <p:cNvSpPr>
              <a:spLocks/>
            </p:cNvSpPr>
            <p:nvPr/>
          </p:nvSpPr>
          <p:spPr bwMode="auto">
            <a:xfrm>
              <a:off x="1210" y="3674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3" name="Freeform 6084"/>
            <p:cNvSpPr>
              <a:spLocks/>
            </p:cNvSpPr>
            <p:nvPr/>
          </p:nvSpPr>
          <p:spPr bwMode="auto">
            <a:xfrm>
              <a:off x="1124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" name="Freeform 6085"/>
            <p:cNvSpPr>
              <a:spLocks/>
            </p:cNvSpPr>
            <p:nvPr/>
          </p:nvSpPr>
          <p:spPr bwMode="auto">
            <a:xfrm>
              <a:off x="1038" y="3674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" name="Freeform 6086"/>
            <p:cNvSpPr>
              <a:spLocks/>
            </p:cNvSpPr>
            <p:nvPr/>
          </p:nvSpPr>
          <p:spPr bwMode="auto">
            <a:xfrm>
              <a:off x="952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Freeform 6087"/>
            <p:cNvSpPr>
              <a:spLocks/>
            </p:cNvSpPr>
            <p:nvPr/>
          </p:nvSpPr>
          <p:spPr bwMode="auto">
            <a:xfrm>
              <a:off x="865" y="3674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" name="Freeform 6088"/>
            <p:cNvSpPr>
              <a:spLocks/>
            </p:cNvSpPr>
            <p:nvPr/>
          </p:nvSpPr>
          <p:spPr bwMode="auto">
            <a:xfrm>
              <a:off x="779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" name="Freeform 6089"/>
            <p:cNvSpPr>
              <a:spLocks/>
            </p:cNvSpPr>
            <p:nvPr/>
          </p:nvSpPr>
          <p:spPr bwMode="auto">
            <a:xfrm>
              <a:off x="693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9" name="Freeform 6090"/>
            <p:cNvSpPr>
              <a:spLocks/>
            </p:cNvSpPr>
            <p:nvPr/>
          </p:nvSpPr>
          <p:spPr bwMode="auto">
            <a:xfrm>
              <a:off x="607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0" name="Freeform 6091"/>
            <p:cNvSpPr>
              <a:spLocks/>
            </p:cNvSpPr>
            <p:nvPr/>
          </p:nvSpPr>
          <p:spPr bwMode="auto">
            <a:xfrm>
              <a:off x="521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Freeform 6092"/>
            <p:cNvSpPr>
              <a:spLocks/>
            </p:cNvSpPr>
            <p:nvPr/>
          </p:nvSpPr>
          <p:spPr bwMode="auto">
            <a:xfrm>
              <a:off x="435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" name="Freeform 6093"/>
            <p:cNvSpPr>
              <a:spLocks/>
            </p:cNvSpPr>
            <p:nvPr/>
          </p:nvSpPr>
          <p:spPr bwMode="auto">
            <a:xfrm>
              <a:off x="348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3" name="Freeform 6094"/>
            <p:cNvSpPr>
              <a:spLocks/>
            </p:cNvSpPr>
            <p:nvPr/>
          </p:nvSpPr>
          <p:spPr bwMode="auto">
            <a:xfrm>
              <a:off x="262" y="3674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" name="Freeform 6095"/>
            <p:cNvSpPr>
              <a:spLocks/>
            </p:cNvSpPr>
            <p:nvPr/>
          </p:nvSpPr>
          <p:spPr bwMode="auto">
            <a:xfrm>
              <a:off x="176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" name="Freeform 6096"/>
            <p:cNvSpPr>
              <a:spLocks/>
            </p:cNvSpPr>
            <p:nvPr/>
          </p:nvSpPr>
          <p:spPr bwMode="auto">
            <a:xfrm>
              <a:off x="90" y="3674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" name="Freeform 6097"/>
            <p:cNvSpPr>
              <a:spLocks/>
            </p:cNvSpPr>
            <p:nvPr/>
          </p:nvSpPr>
          <p:spPr bwMode="auto">
            <a:xfrm>
              <a:off x="7" y="3674"/>
              <a:ext cx="40" cy="43"/>
            </a:xfrm>
            <a:custGeom>
              <a:avLst/>
              <a:gdLst>
                <a:gd name="T0" fmla="*/ 0 w 40"/>
                <a:gd name="T1" fmla="*/ 43 h 43"/>
                <a:gd name="T2" fmla="*/ 0 w 40"/>
                <a:gd name="T3" fmla="*/ 0 h 43"/>
                <a:gd name="T4" fmla="*/ 40 w 40"/>
                <a:gd name="T5" fmla="*/ 0 h 43"/>
                <a:gd name="T6" fmla="*/ 40 w 40"/>
                <a:gd name="T7" fmla="*/ 43 h 43"/>
                <a:gd name="T8" fmla="*/ 0 w 40"/>
                <a:gd name="T9" fmla="*/ 43 h 43"/>
                <a:gd name="T10" fmla="*/ 0 w 40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43">
                  <a:moveTo>
                    <a:pt x="0" y="43"/>
                  </a:moveTo>
                  <a:lnTo>
                    <a:pt x="0" y="0"/>
                  </a:lnTo>
                  <a:lnTo>
                    <a:pt x="40" y="0"/>
                  </a:lnTo>
                  <a:lnTo>
                    <a:pt x="40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7" name="Freeform 6098"/>
            <p:cNvSpPr>
              <a:spLocks/>
            </p:cNvSpPr>
            <p:nvPr/>
          </p:nvSpPr>
          <p:spPr bwMode="auto">
            <a:xfrm>
              <a:off x="3192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5CA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" name="Freeform 6099"/>
            <p:cNvSpPr>
              <a:spLocks/>
            </p:cNvSpPr>
            <p:nvPr/>
          </p:nvSpPr>
          <p:spPr bwMode="auto">
            <a:xfrm>
              <a:off x="3106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5CA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9" name="Freeform 6100"/>
            <p:cNvSpPr>
              <a:spLocks/>
            </p:cNvSpPr>
            <p:nvPr/>
          </p:nvSpPr>
          <p:spPr bwMode="auto">
            <a:xfrm>
              <a:off x="3020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5CA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" name="Freeform 6101"/>
            <p:cNvSpPr>
              <a:spLocks/>
            </p:cNvSpPr>
            <p:nvPr/>
          </p:nvSpPr>
          <p:spPr bwMode="auto">
            <a:xfrm>
              <a:off x="2934" y="3674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5CA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1" name="Freeform 6102"/>
            <p:cNvSpPr>
              <a:spLocks/>
            </p:cNvSpPr>
            <p:nvPr/>
          </p:nvSpPr>
          <p:spPr bwMode="auto">
            <a:xfrm>
              <a:off x="2848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5CA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2" name="Freeform 6103"/>
            <p:cNvSpPr>
              <a:spLocks/>
            </p:cNvSpPr>
            <p:nvPr/>
          </p:nvSpPr>
          <p:spPr bwMode="auto">
            <a:xfrm>
              <a:off x="2761" y="3674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3" name="Freeform 6104"/>
            <p:cNvSpPr>
              <a:spLocks/>
            </p:cNvSpPr>
            <p:nvPr/>
          </p:nvSpPr>
          <p:spPr bwMode="auto">
            <a:xfrm>
              <a:off x="2675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Freeform 6105"/>
            <p:cNvSpPr>
              <a:spLocks/>
            </p:cNvSpPr>
            <p:nvPr/>
          </p:nvSpPr>
          <p:spPr bwMode="auto">
            <a:xfrm>
              <a:off x="2589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" name="Freeform 6106"/>
            <p:cNvSpPr>
              <a:spLocks/>
            </p:cNvSpPr>
            <p:nvPr/>
          </p:nvSpPr>
          <p:spPr bwMode="auto">
            <a:xfrm>
              <a:off x="2503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" name="Freeform 6107"/>
            <p:cNvSpPr>
              <a:spLocks/>
            </p:cNvSpPr>
            <p:nvPr/>
          </p:nvSpPr>
          <p:spPr bwMode="auto">
            <a:xfrm>
              <a:off x="2417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Freeform 6108"/>
            <p:cNvSpPr>
              <a:spLocks/>
            </p:cNvSpPr>
            <p:nvPr/>
          </p:nvSpPr>
          <p:spPr bwMode="auto">
            <a:xfrm>
              <a:off x="2331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" name="Freeform 6109"/>
            <p:cNvSpPr>
              <a:spLocks/>
            </p:cNvSpPr>
            <p:nvPr/>
          </p:nvSpPr>
          <p:spPr bwMode="auto">
            <a:xfrm>
              <a:off x="2244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9" name="Freeform 6110"/>
            <p:cNvSpPr>
              <a:spLocks/>
            </p:cNvSpPr>
            <p:nvPr/>
          </p:nvSpPr>
          <p:spPr bwMode="auto">
            <a:xfrm>
              <a:off x="2158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Freeform 6111"/>
            <p:cNvSpPr>
              <a:spLocks/>
            </p:cNvSpPr>
            <p:nvPr/>
          </p:nvSpPr>
          <p:spPr bwMode="auto">
            <a:xfrm>
              <a:off x="2072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1" name="Freeform 6112"/>
            <p:cNvSpPr>
              <a:spLocks/>
            </p:cNvSpPr>
            <p:nvPr/>
          </p:nvSpPr>
          <p:spPr bwMode="auto">
            <a:xfrm>
              <a:off x="1986" y="3674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2" name="Freeform 6113"/>
            <p:cNvSpPr>
              <a:spLocks/>
            </p:cNvSpPr>
            <p:nvPr/>
          </p:nvSpPr>
          <p:spPr bwMode="auto">
            <a:xfrm>
              <a:off x="1900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3" name="Freeform 6114"/>
            <p:cNvSpPr>
              <a:spLocks/>
            </p:cNvSpPr>
            <p:nvPr/>
          </p:nvSpPr>
          <p:spPr bwMode="auto">
            <a:xfrm>
              <a:off x="3537" y="3674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" name="Freeform 6115"/>
            <p:cNvSpPr>
              <a:spLocks/>
            </p:cNvSpPr>
            <p:nvPr/>
          </p:nvSpPr>
          <p:spPr bwMode="auto">
            <a:xfrm>
              <a:off x="3451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Freeform 6116"/>
            <p:cNvSpPr>
              <a:spLocks/>
            </p:cNvSpPr>
            <p:nvPr/>
          </p:nvSpPr>
          <p:spPr bwMode="auto">
            <a:xfrm>
              <a:off x="3365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" name="Freeform 6118"/>
            <p:cNvSpPr>
              <a:spLocks/>
            </p:cNvSpPr>
            <p:nvPr/>
          </p:nvSpPr>
          <p:spPr bwMode="auto">
            <a:xfrm>
              <a:off x="3279" y="3674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" name="Freeform 6119"/>
            <p:cNvSpPr>
              <a:spLocks/>
            </p:cNvSpPr>
            <p:nvPr/>
          </p:nvSpPr>
          <p:spPr bwMode="auto">
            <a:xfrm>
              <a:off x="5692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" name="Freeform 6120"/>
            <p:cNvSpPr>
              <a:spLocks/>
            </p:cNvSpPr>
            <p:nvPr/>
          </p:nvSpPr>
          <p:spPr bwMode="auto">
            <a:xfrm>
              <a:off x="5605" y="3760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" name="Freeform 6121"/>
            <p:cNvSpPr>
              <a:spLocks/>
            </p:cNvSpPr>
            <p:nvPr/>
          </p:nvSpPr>
          <p:spPr bwMode="auto">
            <a:xfrm>
              <a:off x="5519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" name="Freeform 6122"/>
            <p:cNvSpPr>
              <a:spLocks/>
            </p:cNvSpPr>
            <p:nvPr/>
          </p:nvSpPr>
          <p:spPr bwMode="auto">
            <a:xfrm>
              <a:off x="5433" y="3760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" name="Freeform 6123"/>
            <p:cNvSpPr>
              <a:spLocks/>
            </p:cNvSpPr>
            <p:nvPr/>
          </p:nvSpPr>
          <p:spPr bwMode="auto">
            <a:xfrm>
              <a:off x="5347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" name="Freeform 6124"/>
            <p:cNvSpPr>
              <a:spLocks/>
            </p:cNvSpPr>
            <p:nvPr/>
          </p:nvSpPr>
          <p:spPr bwMode="auto">
            <a:xfrm>
              <a:off x="5261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Freeform 6125"/>
            <p:cNvSpPr>
              <a:spLocks/>
            </p:cNvSpPr>
            <p:nvPr/>
          </p:nvSpPr>
          <p:spPr bwMode="auto">
            <a:xfrm>
              <a:off x="5175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" name="Freeform 6126"/>
            <p:cNvSpPr>
              <a:spLocks/>
            </p:cNvSpPr>
            <p:nvPr/>
          </p:nvSpPr>
          <p:spPr bwMode="auto">
            <a:xfrm>
              <a:off x="5088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" name="Freeform 6127"/>
            <p:cNvSpPr>
              <a:spLocks/>
            </p:cNvSpPr>
            <p:nvPr/>
          </p:nvSpPr>
          <p:spPr bwMode="auto">
            <a:xfrm>
              <a:off x="5002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" name="Freeform 6128"/>
            <p:cNvSpPr>
              <a:spLocks/>
            </p:cNvSpPr>
            <p:nvPr/>
          </p:nvSpPr>
          <p:spPr bwMode="auto">
            <a:xfrm>
              <a:off x="4916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" name="Freeform 6129"/>
            <p:cNvSpPr>
              <a:spLocks/>
            </p:cNvSpPr>
            <p:nvPr/>
          </p:nvSpPr>
          <p:spPr bwMode="auto">
            <a:xfrm>
              <a:off x="4830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" name="Freeform 6130"/>
            <p:cNvSpPr>
              <a:spLocks/>
            </p:cNvSpPr>
            <p:nvPr/>
          </p:nvSpPr>
          <p:spPr bwMode="auto">
            <a:xfrm>
              <a:off x="4744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" name="Freeform 6131"/>
            <p:cNvSpPr>
              <a:spLocks/>
            </p:cNvSpPr>
            <p:nvPr/>
          </p:nvSpPr>
          <p:spPr bwMode="auto">
            <a:xfrm>
              <a:off x="4657" y="3760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" name="Freeform 6132"/>
            <p:cNvSpPr>
              <a:spLocks/>
            </p:cNvSpPr>
            <p:nvPr/>
          </p:nvSpPr>
          <p:spPr bwMode="auto">
            <a:xfrm>
              <a:off x="4571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" name="Freeform 6133"/>
            <p:cNvSpPr>
              <a:spLocks/>
            </p:cNvSpPr>
            <p:nvPr/>
          </p:nvSpPr>
          <p:spPr bwMode="auto">
            <a:xfrm>
              <a:off x="4485" y="3760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" name="Freeform 6134"/>
            <p:cNvSpPr>
              <a:spLocks/>
            </p:cNvSpPr>
            <p:nvPr/>
          </p:nvSpPr>
          <p:spPr bwMode="auto">
            <a:xfrm>
              <a:off x="4399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" name="Freeform 6135"/>
            <p:cNvSpPr>
              <a:spLocks/>
            </p:cNvSpPr>
            <p:nvPr/>
          </p:nvSpPr>
          <p:spPr bwMode="auto">
            <a:xfrm>
              <a:off x="4313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" name="Freeform 6136"/>
            <p:cNvSpPr>
              <a:spLocks/>
            </p:cNvSpPr>
            <p:nvPr/>
          </p:nvSpPr>
          <p:spPr bwMode="auto">
            <a:xfrm>
              <a:off x="4227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Freeform 6137"/>
            <p:cNvSpPr>
              <a:spLocks/>
            </p:cNvSpPr>
            <p:nvPr/>
          </p:nvSpPr>
          <p:spPr bwMode="auto">
            <a:xfrm>
              <a:off x="4140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" name="Freeform 6138"/>
            <p:cNvSpPr>
              <a:spLocks/>
            </p:cNvSpPr>
            <p:nvPr/>
          </p:nvSpPr>
          <p:spPr bwMode="auto">
            <a:xfrm>
              <a:off x="4054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" name="Freeform 6139"/>
            <p:cNvSpPr>
              <a:spLocks/>
            </p:cNvSpPr>
            <p:nvPr/>
          </p:nvSpPr>
          <p:spPr bwMode="auto">
            <a:xfrm>
              <a:off x="3968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" name="Freeform 6140"/>
            <p:cNvSpPr>
              <a:spLocks/>
            </p:cNvSpPr>
            <p:nvPr/>
          </p:nvSpPr>
          <p:spPr bwMode="auto">
            <a:xfrm>
              <a:off x="3882" y="3760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" name="Freeform 6141"/>
            <p:cNvSpPr>
              <a:spLocks/>
            </p:cNvSpPr>
            <p:nvPr/>
          </p:nvSpPr>
          <p:spPr bwMode="auto">
            <a:xfrm>
              <a:off x="3796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0" name="Freeform 6142"/>
            <p:cNvSpPr>
              <a:spLocks/>
            </p:cNvSpPr>
            <p:nvPr/>
          </p:nvSpPr>
          <p:spPr bwMode="auto">
            <a:xfrm>
              <a:off x="3709" y="3760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1" name="Freeform 6143"/>
            <p:cNvSpPr>
              <a:spLocks/>
            </p:cNvSpPr>
            <p:nvPr/>
          </p:nvSpPr>
          <p:spPr bwMode="auto">
            <a:xfrm>
              <a:off x="3623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2" name="Freeform 6144"/>
            <p:cNvSpPr>
              <a:spLocks/>
            </p:cNvSpPr>
            <p:nvPr/>
          </p:nvSpPr>
          <p:spPr bwMode="auto">
            <a:xfrm>
              <a:off x="1813" y="3760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3" name="Freeform 6145"/>
            <p:cNvSpPr>
              <a:spLocks/>
            </p:cNvSpPr>
            <p:nvPr/>
          </p:nvSpPr>
          <p:spPr bwMode="auto">
            <a:xfrm>
              <a:off x="1727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4" name="Freeform 6146"/>
            <p:cNvSpPr>
              <a:spLocks/>
            </p:cNvSpPr>
            <p:nvPr/>
          </p:nvSpPr>
          <p:spPr bwMode="auto">
            <a:xfrm>
              <a:off x="1641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" name="Freeform 6147"/>
            <p:cNvSpPr>
              <a:spLocks/>
            </p:cNvSpPr>
            <p:nvPr/>
          </p:nvSpPr>
          <p:spPr bwMode="auto">
            <a:xfrm>
              <a:off x="1555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" name="Freeform 6148"/>
            <p:cNvSpPr>
              <a:spLocks/>
            </p:cNvSpPr>
            <p:nvPr/>
          </p:nvSpPr>
          <p:spPr bwMode="auto">
            <a:xfrm>
              <a:off x="1469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" name="Freeform 6149"/>
            <p:cNvSpPr>
              <a:spLocks/>
            </p:cNvSpPr>
            <p:nvPr/>
          </p:nvSpPr>
          <p:spPr bwMode="auto">
            <a:xfrm>
              <a:off x="1383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8" name="Freeform 6150"/>
            <p:cNvSpPr>
              <a:spLocks/>
            </p:cNvSpPr>
            <p:nvPr/>
          </p:nvSpPr>
          <p:spPr bwMode="auto">
            <a:xfrm>
              <a:off x="1296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" name="Freeform 6151"/>
            <p:cNvSpPr>
              <a:spLocks/>
            </p:cNvSpPr>
            <p:nvPr/>
          </p:nvSpPr>
          <p:spPr bwMode="auto">
            <a:xfrm>
              <a:off x="1210" y="3760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" name="Freeform 6152"/>
            <p:cNvSpPr>
              <a:spLocks/>
            </p:cNvSpPr>
            <p:nvPr/>
          </p:nvSpPr>
          <p:spPr bwMode="auto">
            <a:xfrm>
              <a:off x="1124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" name="Freeform 6153"/>
            <p:cNvSpPr>
              <a:spLocks/>
            </p:cNvSpPr>
            <p:nvPr/>
          </p:nvSpPr>
          <p:spPr bwMode="auto">
            <a:xfrm>
              <a:off x="1038" y="3760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2" name="Freeform 6154"/>
            <p:cNvSpPr>
              <a:spLocks/>
            </p:cNvSpPr>
            <p:nvPr/>
          </p:nvSpPr>
          <p:spPr bwMode="auto">
            <a:xfrm>
              <a:off x="952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3" name="Freeform 6155"/>
            <p:cNvSpPr>
              <a:spLocks/>
            </p:cNvSpPr>
            <p:nvPr/>
          </p:nvSpPr>
          <p:spPr bwMode="auto">
            <a:xfrm>
              <a:off x="865" y="3760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4" name="Freeform 6156"/>
            <p:cNvSpPr>
              <a:spLocks/>
            </p:cNvSpPr>
            <p:nvPr/>
          </p:nvSpPr>
          <p:spPr bwMode="auto">
            <a:xfrm>
              <a:off x="779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" name="Freeform 6157"/>
            <p:cNvSpPr>
              <a:spLocks/>
            </p:cNvSpPr>
            <p:nvPr/>
          </p:nvSpPr>
          <p:spPr bwMode="auto">
            <a:xfrm>
              <a:off x="693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" name="Freeform 6158"/>
            <p:cNvSpPr>
              <a:spLocks/>
            </p:cNvSpPr>
            <p:nvPr/>
          </p:nvSpPr>
          <p:spPr bwMode="auto">
            <a:xfrm>
              <a:off x="607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" name="Freeform 6159"/>
            <p:cNvSpPr>
              <a:spLocks/>
            </p:cNvSpPr>
            <p:nvPr/>
          </p:nvSpPr>
          <p:spPr bwMode="auto">
            <a:xfrm>
              <a:off x="521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" name="Freeform 6160"/>
            <p:cNvSpPr>
              <a:spLocks/>
            </p:cNvSpPr>
            <p:nvPr/>
          </p:nvSpPr>
          <p:spPr bwMode="auto">
            <a:xfrm>
              <a:off x="435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" name="Freeform 6161"/>
            <p:cNvSpPr>
              <a:spLocks/>
            </p:cNvSpPr>
            <p:nvPr/>
          </p:nvSpPr>
          <p:spPr bwMode="auto">
            <a:xfrm>
              <a:off x="348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0" name="Freeform 6162"/>
            <p:cNvSpPr>
              <a:spLocks/>
            </p:cNvSpPr>
            <p:nvPr/>
          </p:nvSpPr>
          <p:spPr bwMode="auto">
            <a:xfrm>
              <a:off x="262" y="3760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1" name="Freeform 6163"/>
            <p:cNvSpPr>
              <a:spLocks/>
            </p:cNvSpPr>
            <p:nvPr/>
          </p:nvSpPr>
          <p:spPr bwMode="auto">
            <a:xfrm>
              <a:off x="176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2" name="Freeform 6164"/>
            <p:cNvSpPr>
              <a:spLocks/>
            </p:cNvSpPr>
            <p:nvPr/>
          </p:nvSpPr>
          <p:spPr bwMode="auto">
            <a:xfrm>
              <a:off x="90" y="3760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3" name="Freeform 6165"/>
            <p:cNvSpPr>
              <a:spLocks/>
            </p:cNvSpPr>
            <p:nvPr/>
          </p:nvSpPr>
          <p:spPr bwMode="auto">
            <a:xfrm>
              <a:off x="7" y="3760"/>
              <a:ext cx="40" cy="43"/>
            </a:xfrm>
            <a:custGeom>
              <a:avLst/>
              <a:gdLst>
                <a:gd name="T0" fmla="*/ 0 w 40"/>
                <a:gd name="T1" fmla="*/ 43 h 43"/>
                <a:gd name="T2" fmla="*/ 0 w 40"/>
                <a:gd name="T3" fmla="*/ 0 h 43"/>
                <a:gd name="T4" fmla="*/ 40 w 40"/>
                <a:gd name="T5" fmla="*/ 0 h 43"/>
                <a:gd name="T6" fmla="*/ 40 w 40"/>
                <a:gd name="T7" fmla="*/ 43 h 43"/>
                <a:gd name="T8" fmla="*/ 0 w 40"/>
                <a:gd name="T9" fmla="*/ 43 h 43"/>
                <a:gd name="T10" fmla="*/ 0 w 40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43">
                  <a:moveTo>
                    <a:pt x="0" y="43"/>
                  </a:moveTo>
                  <a:lnTo>
                    <a:pt x="0" y="0"/>
                  </a:lnTo>
                  <a:lnTo>
                    <a:pt x="40" y="0"/>
                  </a:lnTo>
                  <a:lnTo>
                    <a:pt x="40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4" name="Freeform 6166"/>
            <p:cNvSpPr>
              <a:spLocks/>
            </p:cNvSpPr>
            <p:nvPr/>
          </p:nvSpPr>
          <p:spPr bwMode="auto">
            <a:xfrm>
              <a:off x="2675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5" name="Freeform 6167"/>
            <p:cNvSpPr>
              <a:spLocks/>
            </p:cNvSpPr>
            <p:nvPr/>
          </p:nvSpPr>
          <p:spPr bwMode="auto">
            <a:xfrm>
              <a:off x="2589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" name="Freeform 6168"/>
            <p:cNvSpPr>
              <a:spLocks/>
            </p:cNvSpPr>
            <p:nvPr/>
          </p:nvSpPr>
          <p:spPr bwMode="auto">
            <a:xfrm>
              <a:off x="2503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" name="Freeform 6169"/>
            <p:cNvSpPr>
              <a:spLocks/>
            </p:cNvSpPr>
            <p:nvPr/>
          </p:nvSpPr>
          <p:spPr bwMode="auto">
            <a:xfrm>
              <a:off x="2417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" name="Freeform 6170"/>
            <p:cNvSpPr>
              <a:spLocks/>
            </p:cNvSpPr>
            <p:nvPr/>
          </p:nvSpPr>
          <p:spPr bwMode="auto">
            <a:xfrm>
              <a:off x="2331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" name="Freeform 6171"/>
            <p:cNvSpPr>
              <a:spLocks/>
            </p:cNvSpPr>
            <p:nvPr/>
          </p:nvSpPr>
          <p:spPr bwMode="auto">
            <a:xfrm>
              <a:off x="2244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" name="Freeform 6172"/>
            <p:cNvSpPr>
              <a:spLocks/>
            </p:cNvSpPr>
            <p:nvPr/>
          </p:nvSpPr>
          <p:spPr bwMode="auto">
            <a:xfrm>
              <a:off x="2158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1" name="Freeform 6173"/>
            <p:cNvSpPr>
              <a:spLocks/>
            </p:cNvSpPr>
            <p:nvPr/>
          </p:nvSpPr>
          <p:spPr bwMode="auto">
            <a:xfrm>
              <a:off x="2072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2" name="Freeform 6174"/>
            <p:cNvSpPr>
              <a:spLocks/>
            </p:cNvSpPr>
            <p:nvPr/>
          </p:nvSpPr>
          <p:spPr bwMode="auto">
            <a:xfrm>
              <a:off x="1986" y="3760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3" name="Freeform 6175"/>
            <p:cNvSpPr>
              <a:spLocks/>
            </p:cNvSpPr>
            <p:nvPr/>
          </p:nvSpPr>
          <p:spPr bwMode="auto">
            <a:xfrm>
              <a:off x="1900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4" name="Freeform 6176"/>
            <p:cNvSpPr>
              <a:spLocks/>
            </p:cNvSpPr>
            <p:nvPr/>
          </p:nvSpPr>
          <p:spPr bwMode="auto">
            <a:xfrm>
              <a:off x="3537" y="3760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5" name="Freeform 6177"/>
            <p:cNvSpPr>
              <a:spLocks/>
            </p:cNvSpPr>
            <p:nvPr/>
          </p:nvSpPr>
          <p:spPr bwMode="auto">
            <a:xfrm>
              <a:off x="3451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" name="Freeform 6178"/>
            <p:cNvSpPr>
              <a:spLocks/>
            </p:cNvSpPr>
            <p:nvPr/>
          </p:nvSpPr>
          <p:spPr bwMode="auto">
            <a:xfrm>
              <a:off x="3192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" name="Freeform 6179"/>
            <p:cNvSpPr>
              <a:spLocks/>
            </p:cNvSpPr>
            <p:nvPr/>
          </p:nvSpPr>
          <p:spPr bwMode="auto">
            <a:xfrm>
              <a:off x="3106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" name="Freeform 6180"/>
            <p:cNvSpPr>
              <a:spLocks/>
            </p:cNvSpPr>
            <p:nvPr/>
          </p:nvSpPr>
          <p:spPr bwMode="auto">
            <a:xfrm>
              <a:off x="3020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" name="Freeform 6181"/>
            <p:cNvSpPr>
              <a:spLocks/>
            </p:cNvSpPr>
            <p:nvPr/>
          </p:nvSpPr>
          <p:spPr bwMode="auto">
            <a:xfrm>
              <a:off x="2934" y="3760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0" name="Freeform 6182"/>
            <p:cNvSpPr>
              <a:spLocks/>
            </p:cNvSpPr>
            <p:nvPr/>
          </p:nvSpPr>
          <p:spPr bwMode="auto">
            <a:xfrm>
              <a:off x="2848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1" name="Freeform 6183"/>
            <p:cNvSpPr>
              <a:spLocks/>
            </p:cNvSpPr>
            <p:nvPr/>
          </p:nvSpPr>
          <p:spPr bwMode="auto">
            <a:xfrm>
              <a:off x="2761" y="3760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2" name="Freeform 6184"/>
            <p:cNvSpPr>
              <a:spLocks/>
            </p:cNvSpPr>
            <p:nvPr/>
          </p:nvSpPr>
          <p:spPr bwMode="auto">
            <a:xfrm>
              <a:off x="3365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3" name="Freeform 6185"/>
            <p:cNvSpPr>
              <a:spLocks/>
            </p:cNvSpPr>
            <p:nvPr/>
          </p:nvSpPr>
          <p:spPr bwMode="auto">
            <a:xfrm>
              <a:off x="3279" y="3760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4" name="Freeform 6186"/>
            <p:cNvSpPr>
              <a:spLocks/>
            </p:cNvSpPr>
            <p:nvPr/>
          </p:nvSpPr>
          <p:spPr bwMode="auto">
            <a:xfrm>
              <a:off x="5692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5" name="Freeform 6187"/>
            <p:cNvSpPr>
              <a:spLocks/>
            </p:cNvSpPr>
            <p:nvPr/>
          </p:nvSpPr>
          <p:spPr bwMode="auto">
            <a:xfrm>
              <a:off x="5605" y="3846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" name="Freeform 6188"/>
            <p:cNvSpPr>
              <a:spLocks/>
            </p:cNvSpPr>
            <p:nvPr/>
          </p:nvSpPr>
          <p:spPr bwMode="auto">
            <a:xfrm>
              <a:off x="5519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" name="Freeform 6189"/>
            <p:cNvSpPr>
              <a:spLocks/>
            </p:cNvSpPr>
            <p:nvPr/>
          </p:nvSpPr>
          <p:spPr bwMode="auto">
            <a:xfrm>
              <a:off x="5433" y="3846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" name="Freeform 6190"/>
            <p:cNvSpPr>
              <a:spLocks/>
            </p:cNvSpPr>
            <p:nvPr/>
          </p:nvSpPr>
          <p:spPr bwMode="auto">
            <a:xfrm>
              <a:off x="5347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" name="Freeform 6191"/>
            <p:cNvSpPr>
              <a:spLocks/>
            </p:cNvSpPr>
            <p:nvPr/>
          </p:nvSpPr>
          <p:spPr bwMode="auto">
            <a:xfrm>
              <a:off x="5261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0" name="Freeform 6192"/>
            <p:cNvSpPr>
              <a:spLocks/>
            </p:cNvSpPr>
            <p:nvPr/>
          </p:nvSpPr>
          <p:spPr bwMode="auto">
            <a:xfrm>
              <a:off x="5175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1" name="Freeform 6193"/>
            <p:cNvSpPr>
              <a:spLocks/>
            </p:cNvSpPr>
            <p:nvPr/>
          </p:nvSpPr>
          <p:spPr bwMode="auto">
            <a:xfrm>
              <a:off x="5088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2" name="Freeform 6194"/>
            <p:cNvSpPr>
              <a:spLocks/>
            </p:cNvSpPr>
            <p:nvPr/>
          </p:nvSpPr>
          <p:spPr bwMode="auto">
            <a:xfrm>
              <a:off x="5002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3" name="Freeform 6195"/>
            <p:cNvSpPr>
              <a:spLocks/>
            </p:cNvSpPr>
            <p:nvPr/>
          </p:nvSpPr>
          <p:spPr bwMode="auto">
            <a:xfrm>
              <a:off x="4916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4" name="Freeform 6196"/>
            <p:cNvSpPr>
              <a:spLocks/>
            </p:cNvSpPr>
            <p:nvPr/>
          </p:nvSpPr>
          <p:spPr bwMode="auto">
            <a:xfrm>
              <a:off x="4830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5" name="Freeform 6197"/>
            <p:cNvSpPr>
              <a:spLocks/>
            </p:cNvSpPr>
            <p:nvPr/>
          </p:nvSpPr>
          <p:spPr bwMode="auto">
            <a:xfrm>
              <a:off x="4744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" name="Freeform 6198"/>
            <p:cNvSpPr>
              <a:spLocks/>
            </p:cNvSpPr>
            <p:nvPr/>
          </p:nvSpPr>
          <p:spPr bwMode="auto">
            <a:xfrm>
              <a:off x="4657" y="3846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" name="Freeform 6199"/>
            <p:cNvSpPr>
              <a:spLocks/>
            </p:cNvSpPr>
            <p:nvPr/>
          </p:nvSpPr>
          <p:spPr bwMode="auto">
            <a:xfrm>
              <a:off x="4571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" name="Freeform 6200"/>
            <p:cNvSpPr>
              <a:spLocks/>
            </p:cNvSpPr>
            <p:nvPr/>
          </p:nvSpPr>
          <p:spPr bwMode="auto">
            <a:xfrm>
              <a:off x="4485" y="3846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9" name="Freeform 6201"/>
            <p:cNvSpPr>
              <a:spLocks/>
            </p:cNvSpPr>
            <p:nvPr/>
          </p:nvSpPr>
          <p:spPr bwMode="auto">
            <a:xfrm>
              <a:off x="4399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0" name="Freeform 6202"/>
            <p:cNvSpPr>
              <a:spLocks/>
            </p:cNvSpPr>
            <p:nvPr/>
          </p:nvSpPr>
          <p:spPr bwMode="auto">
            <a:xfrm>
              <a:off x="4313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1" name="Freeform 6203"/>
            <p:cNvSpPr>
              <a:spLocks/>
            </p:cNvSpPr>
            <p:nvPr/>
          </p:nvSpPr>
          <p:spPr bwMode="auto">
            <a:xfrm>
              <a:off x="4227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2" name="Freeform 6204"/>
            <p:cNvSpPr>
              <a:spLocks/>
            </p:cNvSpPr>
            <p:nvPr/>
          </p:nvSpPr>
          <p:spPr bwMode="auto">
            <a:xfrm>
              <a:off x="4140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3" name="Freeform 6205"/>
            <p:cNvSpPr>
              <a:spLocks/>
            </p:cNvSpPr>
            <p:nvPr/>
          </p:nvSpPr>
          <p:spPr bwMode="auto">
            <a:xfrm>
              <a:off x="4054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4" name="Freeform 6206"/>
            <p:cNvSpPr>
              <a:spLocks/>
            </p:cNvSpPr>
            <p:nvPr/>
          </p:nvSpPr>
          <p:spPr bwMode="auto">
            <a:xfrm>
              <a:off x="3968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5" name="Freeform 6207"/>
            <p:cNvSpPr>
              <a:spLocks/>
            </p:cNvSpPr>
            <p:nvPr/>
          </p:nvSpPr>
          <p:spPr bwMode="auto">
            <a:xfrm>
              <a:off x="3882" y="3846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6" name="Freeform 6208"/>
            <p:cNvSpPr>
              <a:spLocks/>
            </p:cNvSpPr>
            <p:nvPr/>
          </p:nvSpPr>
          <p:spPr bwMode="auto">
            <a:xfrm>
              <a:off x="3796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" name="Freeform 6209"/>
            <p:cNvSpPr>
              <a:spLocks/>
            </p:cNvSpPr>
            <p:nvPr/>
          </p:nvSpPr>
          <p:spPr bwMode="auto">
            <a:xfrm>
              <a:off x="3709" y="3846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" name="Freeform 6210"/>
            <p:cNvSpPr>
              <a:spLocks/>
            </p:cNvSpPr>
            <p:nvPr/>
          </p:nvSpPr>
          <p:spPr bwMode="auto">
            <a:xfrm>
              <a:off x="3623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" name="Freeform 6211"/>
            <p:cNvSpPr>
              <a:spLocks/>
            </p:cNvSpPr>
            <p:nvPr/>
          </p:nvSpPr>
          <p:spPr bwMode="auto">
            <a:xfrm>
              <a:off x="1813" y="3846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0" name="Freeform 6212"/>
            <p:cNvSpPr>
              <a:spLocks/>
            </p:cNvSpPr>
            <p:nvPr/>
          </p:nvSpPr>
          <p:spPr bwMode="auto">
            <a:xfrm>
              <a:off x="1727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1" name="Freeform 6213"/>
            <p:cNvSpPr>
              <a:spLocks/>
            </p:cNvSpPr>
            <p:nvPr/>
          </p:nvSpPr>
          <p:spPr bwMode="auto">
            <a:xfrm>
              <a:off x="1641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2" name="Freeform 6214"/>
            <p:cNvSpPr>
              <a:spLocks/>
            </p:cNvSpPr>
            <p:nvPr/>
          </p:nvSpPr>
          <p:spPr bwMode="auto">
            <a:xfrm>
              <a:off x="1555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3" name="Freeform 6215"/>
            <p:cNvSpPr>
              <a:spLocks/>
            </p:cNvSpPr>
            <p:nvPr/>
          </p:nvSpPr>
          <p:spPr bwMode="auto">
            <a:xfrm>
              <a:off x="1469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4" name="Freeform 6216"/>
            <p:cNvSpPr>
              <a:spLocks/>
            </p:cNvSpPr>
            <p:nvPr/>
          </p:nvSpPr>
          <p:spPr bwMode="auto">
            <a:xfrm>
              <a:off x="1383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5" name="Freeform 6217"/>
            <p:cNvSpPr>
              <a:spLocks/>
            </p:cNvSpPr>
            <p:nvPr/>
          </p:nvSpPr>
          <p:spPr bwMode="auto">
            <a:xfrm>
              <a:off x="1296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6" name="Freeform 6218"/>
            <p:cNvSpPr>
              <a:spLocks/>
            </p:cNvSpPr>
            <p:nvPr/>
          </p:nvSpPr>
          <p:spPr bwMode="auto">
            <a:xfrm>
              <a:off x="1210" y="3846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" name="Freeform 6219"/>
            <p:cNvSpPr>
              <a:spLocks/>
            </p:cNvSpPr>
            <p:nvPr/>
          </p:nvSpPr>
          <p:spPr bwMode="auto">
            <a:xfrm>
              <a:off x="1124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" name="Freeform 6220"/>
            <p:cNvSpPr>
              <a:spLocks/>
            </p:cNvSpPr>
            <p:nvPr/>
          </p:nvSpPr>
          <p:spPr bwMode="auto">
            <a:xfrm>
              <a:off x="1038" y="3846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" name="Freeform 6221"/>
            <p:cNvSpPr>
              <a:spLocks/>
            </p:cNvSpPr>
            <p:nvPr/>
          </p:nvSpPr>
          <p:spPr bwMode="auto">
            <a:xfrm>
              <a:off x="952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" name="Freeform 6222"/>
            <p:cNvSpPr>
              <a:spLocks/>
            </p:cNvSpPr>
            <p:nvPr/>
          </p:nvSpPr>
          <p:spPr bwMode="auto">
            <a:xfrm>
              <a:off x="865" y="3846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1" name="Freeform 6223"/>
            <p:cNvSpPr>
              <a:spLocks/>
            </p:cNvSpPr>
            <p:nvPr/>
          </p:nvSpPr>
          <p:spPr bwMode="auto">
            <a:xfrm>
              <a:off x="779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2" name="Freeform 6224"/>
            <p:cNvSpPr>
              <a:spLocks/>
            </p:cNvSpPr>
            <p:nvPr/>
          </p:nvSpPr>
          <p:spPr bwMode="auto">
            <a:xfrm>
              <a:off x="693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3" name="Freeform 6225"/>
            <p:cNvSpPr>
              <a:spLocks/>
            </p:cNvSpPr>
            <p:nvPr/>
          </p:nvSpPr>
          <p:spPr bwMode="auto">
            <a:xfrm>
              <a:off x="607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4" name="Freeform 6226"/>
            <p:cNvSpPr>
              <a:spLocks/>
            </p:cNvSpPr>
            <p:nvPr/>
          </p:nvSpPr>
          <p:spPr bwMode="auto">
            <a:xfrm>
              <a:off x="521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5" name="Freeform 6227"/>
            <p:cNvSpPr>
              <a:spLocks/>
            </p:cNvSpPr>
            <p:nvPr/>
          </p:nvSpPr>
          <p:spPr bwMode="auto">
            <a:xfrm>
              <a:off x="435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6" name="Freeform 6228"/>
            <p:cNvSpPr>
              <a:spLocks/>
            </p:cNvSpPr>
            <p:nvPr/>
          </p:nvSpPr>
          <p:spPr bwMode="auto">
            <a:xfrm>
              <a:off x="348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" name="Freeform 6229"/>
            <p:cNvSpPr>
              <a:spLocks/>
            </p:cNvSpPr>
            <p:nvPr/>
          </p:nvSpPr>
          <p:spPr bwMode="auto">
            <a:xfrm>
              <a:off x="262" y="3846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" name="Freeform 6230"/>
            <p:cNvSpPr>
              <a:spLocks/>
            </p:cNvSpPr>
            <p:nvPr/>
          </p:nvSpPr>
          <p:spPr bwMode="auto">
            <a:xfrm>
              <a:off x="176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" name="Freeform 6231"/>
            <p:cNvSpPr>
              <a:spLocks/>
            </p:cNvSpPr>
            <p:nvPr/>
          </p:nvSpPr>
          <p:spPr bwMode="auto">
            <a:xfrm>
              <a:off x="90" y="3846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" name="Freeform 6232"/>
            <p:cNvSpPr>
              <a:spLocks/>
            </p:cNvSpPr>
            <p:nvPr/>
          </p:nvSpPr>
          <p:spPr bwMode="auto">
            <a:xfrm>
              <a:off x="7" y="3846"/>
              <a:ext cx="40" cy="43"/>
            </a:xfrm>
            <a:custGeom>
              <a:avLst/>
              <a:gdLst>
                <a:gd name="T0" fmla="*/ 0 w 40"/>
                <a:gd name="T1" fmla="*/ 43 h 43"/>
                <a:gd name="T2" fmla="*/ 0 w 40"/>
                <a:gd name="T3" fmla="*/ 0 h 43"/>
                <a:gd name="T4" fmla="*/ 40 w 40"/>
                <a:gd name="T5" fmla="*/ 0 h 43"/>
                <a:gd name="T6" fmla="*/ 40 w 40"/>
                <a:gd name="T7" fmla="*/ 43 h 43"/>
                <a:gd name="T8" fmla="*/ 0 w 40"/>
                <a:gd name="T9" fmla="*/ 43 h 43"/>
                <a:gd name="T10" fmla="*/ 0 w 40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43">
                  <a:moveTo>
                    <a:pt x="0" y="43"/>
                  </a:moveTo>
                  <a:lnTo>
                    <a:pt x="0" y="0"/>
                  </a:lnTo>
                  <a:lnTo>
                    <a:pt x="40" y="0"/>
                  </a:lnTo>
                  <a:lnTo>
                    <a:pt x="40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" name="Freeform 6233"/>
            <p:cNvSpPr>
              <a:spLocks/>
            </p:cNvSpPr>
            <p:nvPr/>
          </p:nvSpPr>
          <p:spPr bwMode="auto">
            <a:xfrm>
              <a:off x="1900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2" name="Freeform 6234"/>
            <p:cNvSpPr>
              <a:spLocks/>
            </p:cNvSpPr>
            <p:nvPr/>
          </p:nvSpPr>
          <p:spPr bwMode="auto">
            <a:xfrm>
              <a:off x="3537" y="3846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3" name="Freeform 6235"/>
            <p:cNvSpPr>
              <a:spLocks/>
            </p:cNvSpPr>
            <p:nvPr/>
          </p:nvSpPr>
          <p:spPr bwMode="auto">
            <a:xfrm>
              <a:off x="3451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4" name="Freeform 6236"/>
            <p:cNvSpPr>
              <a:spLocks/>
            </p:cNvSpPr>
            <p:nvPr/>
          </p:nvSpPr>
          <p:spPr bwMode="auto">
            <a:xfrm>
              <a:off x="3192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5" name="Freeform 6237"/>
            <p:cNvSpPr>
              <a:spLocks/>
            </p:cNvSpPr>
            <p:nvPr/>
          </p:nvSpPr>
          <p:spPr bwMode="auto">
            <a:xfrm>
              <a:off x="3106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6" name="Freeform 6238"/>
            <p:cNvSpPr>
              <a:spLocks/>
            </p:cNvSpPr>
            <p:nvPr/>
          </p:nvSpPr>
          <p:spPr bwMode="auto">
            <a:xfrm>
              <a:off x="3020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" name="Freeform 6239"/>
            <p:cNvSpPr>
              <a:spLocks/>
            </p:cNvSpPr>
            <p:nvPr/>
          </p:nvSpPr>
          <p:spPr bwMode="auto">
            <a:xfrm>
              <a:off x="2934" y="3846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" name="Freeform 6240"/>
            <p:cNvSpPr>
              <a:spLocks/>
            </p:cNvSpPr>
            <p:nvPr/>
          </p:nvSpPr>
          <p:spPr bwMode="auto">
            <a:xfrm>
              <a:off x="2848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" name="Freeform 6241"/>
            <p:cNvSpPr>
              <a:spLocks/>
            </p:cNvSpPr>
            <p:nvPr/>
          </p:nvSpPr>
          <p:spPr bwMode="auto">
            <a:xfrm>
              <a:off x="2761" y="3846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" name="Freeform 6242"/>
            <p:cNvSpPr>
              <a:spLocks/>
            </p:cNvSpPr>
            <p:nvPr/>
          </p:nvSpPr>
          <p:spPr bwMode="auto">
            <a:xfrm>
              <a:off x="2675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" name="Freeform 6243"/>
            <p:cNvSpPr>
              <a:spLocks/>
            </p:cNvSpPr>
            <p:nvPr/>
          </p:nvSpPr>
          <p:spPr bwMode="auto">
            <a:xfrm>
              <a:off x="2589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" name="Freeform 6244"/>
            <p:cNvSpPr>
              <a:spLocks/>
            </p:cNvSpPr>
            <p:nvPr/>
          </p:nvSpPr>
          <p:spPr bwMode="auto">
            <a:xfrm>
              <a:off x="2503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" name="Freeform 6245"/>
            <p:cNvSpPr>
              <a:spLocks/>
            </p:cNvSpPr>
            <p:nvPr/>
          </p:nvSpPr>
          <p:spPr bwMode="auto">
            <a:xfrm>
              <a:off x="2417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" name="Freeform 6246"/>
            <p:cNvSpPr>
              <a:spLocks/>
            </p:cNvSpPr>
            <p:nvPr/>
          </p:nvSpPr>
          <p:spPr bwMode="auto">
            <a:xfrm>
              <a:off x="2331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" name="Freeform 6247"/>
            <p:cNvSpPr>
              <a:spLocks/>
            </p:cNvSpPr>
            <p:nvPr/>
          </p:nvSpPr>
          <p:spPr bwMode="auto">
            <a:xfrm>
              <a:off x="2244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6" name="Freeform 6248"/>
            <p:cNvSpPr>
              <a:spLocks/>
            </p:cNvSpPr>
            <p:nvPr/>
          </p:nvSpPr>
          <p:spPr bwMode="auto">
            <a:xfrm>
              <a:off x="2158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7" name="Freeform 6249"/>
            <p:cNvSpPr>
              <a:spLocks/>
            </p:cNvSpPr>
            <p:nvPr/>
          </p:nvSpPr>
          <p:spPr bwMode="auto">
            <a:xfrm>
              <a:off x="2072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" name="Freeform 6250"/>
            <p:cNvSpPr>
              <a:spLocks/>
            </p:cNvSpPr>
            <p:nvPr/>
          </p:nvSpPr>
          <p:spPr bwMode="auto">
            <a:xfrm>
              <a:off x="1986" y="3846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" name="Freeform 6251"/>
            <p:cNvSpPr>
              <a:spLocks/>
            </p:cNvSpPr>
            <p:nvPr/>
          </p:nvSpPr>
          <p:spPr bwMode="auto">
            <a:xfrm>
              <a:off x="3365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" name="Freeform 6252"/>
            <p:cNvSpPr>
              <a:spLocks/>
            </p:cNvSpPr>
            <p:nvPr/>
          </p:nvSpPr>
          <p:spPr bwMode="auto">
            <a:xfrm>
              <a:off x="3279" y="3846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" name="Freeform 6253"/>
            <p:cNvSpPr>
              <a:spLocks/>
            </p:cNvSpPr>
            <p:nvPr/>
          </p:nvSpPr>
          <p:spPr bwMode="auto">
            <a:xfrm>
              <a:off x="5692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2" name="Freeform 6254"/>
            <p:cNvSpPr>
              <a:spLocks/>
            </p:cNvSpPr>
            <p:nvPr/>
          </p:nvSpPr>
          <p:spPr bwMode="auto">
            <a:xfrm>
              <a:off x="5605" y="3932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3" name="Freeform 6255"/>
            <p:cNvSpPr>
              <a:spLocks/>
            </p:cNvSpPr>
            <p:nvPr/>
          </p:nvSpPr>
          <p:spPr bwMode="auto">
            <a:xfrm>
              <a:off x="5519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4" name="Freeform 6256"/>
            <p:cNvSpPr>
              <a:spLocks/>
            </p:cNvSpPr>
            <p:nvPr/>
          </p:nvSpPr>
          <p:spPr bwMode="auto">
            <a:xfrm>
              <a:off x="5433" y="3932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5" name="Freeform 6257"/>
            <p:cNvSpPr>
              <a:spLocks/>
            </p:cNvSpPr>
            <p:nvPr/>
          </p:nvSpPr>
          <p:spPr bwMode="auto">
            <a:xfrm>
              <a:off x="5347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6" name="Freeform 6258"/>
            <p:cNvSpPr>
              <a:spLocks/>
            </p:cNvSpPr>
            <p:nvPr/>
          </p:nvSpPr>
          <p:spPr bwMode="auto">
            <a:xfrm>
              <a:off x="5261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7" name="Freeform 6259"/>
            <p:cNvSpPr>
              <a:spLocks/>
            </p:cNvSpPr>
            <p:nvPr/>
          </p:nvSpPr>
          <p:spPr bwMode="auto">
            <a:xfrm>
              <a:off x="5175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" name="Freeform 6260"/>
            <p:cNvSpPr>
              <a:spLocks/>
            </p:cNvSpPr>
            <p:nvPr/>
          </p:nvSpPr>
          <p:spPr bwMode="auto">
            <a:xfrm>
              <a:off x="5088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" name="Freeform 6261"/>
            <p:cNvSpPr>
              <a:spLocks/>
            </p:cNvSpPr>
            <p:nvPr/>
          </p:nvSpPr>
          <p:spPr bwMode="auto">
            <a:xfrm>
              <a:off x="5002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" name="Freeform 6262"/>
            <p:cNvSpPr>
              <a:spLocks/>
            </p:cNvSpPr>
            <p:nvPr/>
          </p:nvSpPr>
          <p:spPr bwMode="auto">
            <a:xfrm>
              <a:off x="4916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" name="Freeform 6263"/>
            <p:cNvSpPr>
              <a:spLocks/>
            </p:cNvSpPr>
            <p:nvPr/>
          </p:nvSpPr>
          <p:spPr bwMode="auto">
            <a:xfrm>
              <a:off x="4830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" name="Freeform 6264"/>
            <p:cNvSpPr>
              <a:spLocks/>
            </p:cNvSpPr>
            <p:nvPr/>
          </p:nvSpPr>
          <p:spPr bwMode="auto">
            <a:xfrm>
              <a:off x="4744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3" name="Freeform 6265"/>
            <p:cNvSpPr>
              <a:spLocks/>
            </p:cNvSpPr>
            <p:nvPr/>
          </p:nvSpPr>
          <p:spPr bwMode="auto">
            <a:xfrm>
              <a:off x="4657" y="3932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4" name="Freeform 6266"/>
            <p:cNvSpPr>
              <a:spLocks/>
            </p:cNvSpPr>
            <p:nvPr/>
          </p:nvSpPr>
          <p:spPr bwMode="auto">
            <a:xfrm>
              <a:off x="4571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5" name="Freeform 6267"/>
            <p:cNvSpPr>
              <a:spLocks/>
            </p:cNvSpPr>
            <p:nvPr/>
          </p:nvSpPr>
          <p:spPr bwMode="auto">
            <a:xfrm>
              <a:off x="4485" y="3932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6" name="Freeform 6268"/>
            <p:cNvSpPr>
              <a:spLocks/>
            </p:cNvSpPr>
            <p:nvPr/>
          </p:nvSpPr>
          <p:spPr bwMode="auto">
            <a:xfrm>
              <a:off x="4399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7" name="Freeform 6269"/>
            <p:cNvSpPr>
              <a:spLocks/>
            </p:cNvSpPr>
            <p:nvPr/>
          </p:nvSpPr>
          <p:spPr bwMode="auto">
            <a:xfrm>
              <a:off x="4313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" name="Freeform 6270"/>
            <p:cNvSpPr>
              <a:spLocks/>
            </p:cNvSpPr>
            <p:nvPr/>
          </p:nvSpPr>
          <p:spPr bwMode="auto">
            <a:xfrm>
              <a:off x="4227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" name="Freeform 6271"/>
            <p:cNvSpPr>
              <a:spLocks/>
            </p:cNvSpPr>
            <p:nvPr/>
          </p:nvSpPr>
          <p:spPr bwMode="auto">
            <a:xfrm>
              <a:off x="4140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0" name="Freeform 6272"/>
            <p:cNvSpPr>
              <a:spLocks/>
            </p:cNvSpPr>
            <p:nvPr/>
          </p:nvSpPr>
          <p:spPr bwMode="auto">
            <a:xfrm>
              <a:off x="4054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1" name="Freeform 6273"/>
            <p:cNvSpPr>
              <a:spLocks/>
            </p:cNvSpPr>
            <p:nvPr/>
          </p:nvSpPr>
          <p:spPr bwMode="auto">
            <a:xfrm>
              <a:off x="3968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" name="Freeform 6274"/>
            <p:cNvSpPr>
              <a:spLocks/>
            </p:cNvSpPr>
            <p:nvPr/>
          </p:nvSpPr>
          <p:spPr bwMode="auto">
            <a:xfrm>
              <a:off x="3882" y="3932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" name="Freeform 6275"/>
            <p:cNvSpPr>
              <a:spLocks/>
            </p:cNvSpPr>
            <p:nvPr/>
          </p:nvSpPr>
          <p:spPr bwMode="auto">
            <a:xfrm>
              <a:off x="3796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4" name="Freeform 6276"/>
            <p:cNvSpPr>
              <a:spLocks/>
            </p:cNvSpPr>
            <p:nvPr/>
          </p:nvSpPr>
          <p:spPr bwMode="auto">
            <a:xfrm>
              <a:off x="3709" y="3932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5" name="Freeform 6277"/>
            <p:cNvSpPr>
              <a:spLocks/>
            </p:cNvSpPr>
            <p:nvPr/>
          </p:nvSpPr>
          <p:spPr bwMode="auto">
            <a:xfrm>
              <a:off x="3623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6" name="Freeform 6278"/>
            <p:cNvSpPr>
              <a:spLocks/>
            </p:cNvSpPr>
            <p:nvPr/>
          </p:nvSpPr>
          <p:spPr bwMode="auto">
            <a:xfrm>
              <a:off x="1813" y="3932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7" name="Freeform 6279"/>
            <p:cNvSpPr>
              <a:spLocks/>
            </p:cNvSpPr>
            <p:nvPr/>
          </p:nvSpPr>
          <p:spPr bwMode="auto">
            <a:xfrm>
              <a:off x="1727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" name="Freeform 6280"/>
            <p:cNvSpPr>
              <a:spLocks/>
            </p:cNvSpPr>
            <p:nvPr/>
          </p:nvSpPr>
          <p:spPr bwMode="auto">
            <a:xfrm>
              <a:off x="1641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" name="Freeform 6281"/>
            <p:cNvSpPr>
              <a:spLocks/>
            </p:cNvSpPr>
            <p:nvPr/>
          </p:nvSpPr>
          <p:spPr bwMode="auto">
            <a:xfrm>
              <a:off x="1555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0" name="Freeform 6282"/>
            <p:cNvSpPr>
              <a:spLocks/>
            </p:cNvSpPr>
            <p:nvPr/>
          </p:nvSpPr>
          <p:spPr bwMode="auto">
            <a:xfrm>
              <a:off x="1469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1" name="Freeform 6283"/>
            <p:cNvSpPr>
              <a:spLocks/>
            </p:cNvSpPr>
            <p:nvPr/>
          </p:nvSpPr>
          <p:spPr bwMode="auto">
            <a:xfrm>
              <a:off x="1383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2" name="Freeform 6284"/>
            <p:cNvSpPr>
              <a:spLocks/>
            </p:cNvSpPr>
            <p:nvPr/>
          </p:nvSpPr>
          <p:spPr bwMode="auto">
            <a:xfrm>
              <a:off x="1296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3" name="Freeform 6285"/>
            <p:cNvSpPr>
              <a:spLocks/>
            </p:cNvSpPr>
            <p:nvPr/>
          </p:nvSpPr>
          <p:spPr bwMode="auto">
            <a:xfrm>
              <a:off x="1210" y="3932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4" name="Freeform 6286"/>
            <p:cNvSpPr>
              <a:spLocks/>
            </p:cNvSpPr>
            <p:nvPr/>
          </p:nvSpPr>
          <p:spPr bwMode="auto">
            <a:xfrm>
              <a:off x="1124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5" name="Freeform 6287"/>
            <p:cNvSpPr>
              <a:spLocks/>
            </p:cNvSpPr>
            <p:nvPr/>
          </p:nvSpPr>
          <p:spPr bwMode="auto">
            <a:xfrm>
              <a:off x="1038" y="3932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6" name="Freeform 6288"/>
            <p:cNvSpPr>
              <a:spLocks/>
            </p:cNvSpPr>
            <p:nvPr/>
          </p:nvSpPr>
          <p:spPr bwMode="auto">
            <a:xfrm>
              <a:off x="952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7" name="Freeform 6289"/>
            <p:cNvSpPr>
              <a:spLocks/>
            </p:cNvSpPr>
            <p:nvPr/>
          </p:nvSpPr>
          <p:spPr bwMode="auto">
            <a:xfrm>
              <a:off x="865" y="3932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8" name="Freeform 6290"/>
            <p:cNvSpPr>
              <a:spLocks/>
            </p:cNvSpPr>
            <p:nvPr/>
          </p:nvSpPr>
          <p:spPr bwMode="auto">
            <a:xfrm>
              <a:off x="779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" name="Freeform 6291"/>
            <p:cNvSpPr>
              <a:spLocks/>
            </p:cNvSpPr>
            <p:nvPr/>
          </p:nvSpPr>
          <p:spPr bwMode="auto">
            <a:xfrm>
              <a:off x="693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0" name="Freeform 6292"/>
            <p:cNvSpPr>
              <a:spLocks/>
            </p:cNvSpPr>
            <p:nvPr/>
          </p:nvSpPr>
          <p:spPr bwMode="auto">
            <a:xfrm>
              <a:off x="607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1" name="Freeform 6293"/>
            <p:cNvSpPr>
              <a:spLocks/>
            </p:cNvSpPr>
            <p:nvPr/>
          </p:nvSpPr>
          <p:spPr bwMode="auto">
            <a:xfrm>
              <a:off x="521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2" name="Freeform 6294"/>
            <p:cNvSpPr>
              <a:spLocks/>
            </p:cNvSpPr>
            <p:nvPr/>
          </p:nvSpPr>
          <p:spPr bwMode="auto">
            <a:xfrm>
              <a:off x="3537" y="3932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3" name="Freeform 6295"/>
            <p:cNvSpPr>
              <a:spLocks/>
            </p:cNvSpPr>
            <p:nvPr/>
          </p:nvSpPr>
          <p:spPr bwMode="auto">
            <a:xfrm>
              <a:off x="3451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4" name="Freeform 6296"/>
            <p:cNvSpPr>
              <a:spLocks/>
            </p:cNvSpPr>
            <p:nvPr/>
          </p:nvSpPr>
          <p:spPr bwMode="auto">
            <a:xfrm>
              <a:off x="3365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5" name="Freeform 6297"/>
            <p:cNvSpPr>
              <a:spLocks/>
            </p:cNvSpPr>
            <p:nvPr/>
          </p:nvSpPr>
          <p:spPr bwMode="auto">
            <a:xfrm>
              <a:off x="3279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6" name="Freeform 6298"/>
            <p:cNvSpPr>
              <a:spLocks/>
            </p:cNvSpPr>
            <p:nvPr/>
          </p:nvSpPr>
          <p:spPr bwMode="auto">
            <a:xfrm>
              <a:off x="3192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7883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7" name="Freeform 6299"/>
            <p:cNvSpPr>
              <a:spLocks/>
            </p:cNvSpPr>
            <p:nvPr/>
          </p:nvSpPr>
          <p:spPr bwMode="auto">
            <a:xfrm>
              <a:off x="3106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7883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8" name="Freeform 6300"/>
            <p:cNvSpPr>
              <a:spLocks/>
            </p:cNvSpPr>
            <p:nvPr/>
          </p:nvSpPr>
          <p:spPr bwMode="auto">
            <a:xfrm>
              <a:off x="3020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7883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" name="Freeform 6301"/>
            <p:cNvSpPr>
              <a:spLocks/>
            </p:cNvSpPr>
            <p:nvPr/>
          </p:nvSpPr>
          <p:spPr bwMode="auto">
            <a:xfrm>
              <a:off x="2934" y="3932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7883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" name="Freeform 6302"/>
            <p:cNvSpPr>
              <a:spLocks/>
            </p:cNvSpPr>
            <p:nvPr/>
          </p:nvSpPr>
          <p:spPr bwMode="auto">
            <a:xfrm>
              <a:off x="2848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7883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1" name="Freeform 6303"/>
            <p:cNvSpPr>
              <a:spLocks/>
            </p:cNvSpPr>
            <p:nvPr/>
          </p:nvSpPr>
          <p:spPr bwMode="auto">
            <a:xfrm>
              <a:off x="2761" y="3932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7883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2" name="Freeform 6304"/>
            <p:cNvSpPr>
              <a:spLocks/>
            </p:cNvSpPr>
            <p:nvPr/>
          </p:nvSpPr>
          <p:spPr bwMode="auto">
            <a:xfrm>
              <a:off x="2675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7883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3" name="Freeform 6305"/>
            <p:cNvSpPr>
              <a:spLocks/>
            </p:cNvSpPr>
            <p:nvPr/>
          </p:nvSpPr>
          <p:spPr bwMode="auto">
            <a:xfrm>
              <a:off x="2589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7883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4" name="Freeform 6306"/>
            <p:cNvSpPr>
              <a:spLocks/>
            </p:cNvSpPr>
            <p:nvPr/>
          </p:nvSpPr>
          <p:spPr bwMode="auto">
            <a:xfrm>
              <a:off x="2503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7883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5" name="Freeform 6307"/>
            <p:cNvSpPr>
              <a:spLocks/>
            </p:cNvSpPr>
            <p:nvPr/>
          </p:nvSpPr>
          <p:spPr bwMode="auto">
            <a:xfrm>
              <a:off x="2417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7883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6" name="Freeform 6308"/>
            <p:cNvSpPr>
              <a:spLocks/>
            </p:cNvSpPr>
            <p:nvPr/>
          </p:nvSpPr>
          <p:spPr bwMode="auto">
            <a:xfrm>
              <a:off x="2331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7883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7" name="Freeform 6309"/>
            <p:cNvSpPr>
              <a:spLocks/>
            </p:cNvSpPr>
            <p:nvPr/>
          </p:nvSpPr>
          <p:spPr bwMode="auto">
            <a:xfrm>
              <a:off x="2244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7883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8" name="Freeform 6310"/>
            <p:cNvSpPr>
              <a:spLocks/>
            </p:cNvSpPr>
            <p:nvPr/>
          </p:nvSpPr>
          <p:spPr bwMode="auto">
            <a:xfrm>
              <a:off x="2158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7883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" name="Freeform 6311"/>
            <p:cNvSpPr>
              <a:spLocks/>
            </p:cNvSpPr>
            <p:nvPr/>
          </p:nvSpPr>
          <p:spPr bwMode="auto">
            <a:xfrm>
              <a:off x="2072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7883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" name="Freeform 6312"/>
            <p:cNvSpPr>
              <a:spLocks/>
            </p:cNvSpPr>
            <p:nvPr/>
          </p:nvSpPr>
          <p:spPr bwMode="auto">
            <a:xfrm>
              <a:off x="1986" y="3932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" name="Freeform 6313"/>
            <p:cNvSpPr>
              <a:spLocks/>
            </p:cNvSpPr>
            <p:nvPr/>
          </p:nvSpPr>
          <p:spPr bwMode="auto">
            <a:xfrm>
              <a:off x="1900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" name="Freeform 6314"/>
            <p:cNvSpPr>
              <a:spLocks/>
            </p:cNvSpPr>
            <p:nvPr/>
          </p:nvSpPr>
          <p:spPr bwMode="auto">
            <a:xfrm>
              <a:off x="435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" name="Freeform 6315"/>
            <p:cNvSpPr>
              <a:spLocks/>
            </p:cNvSpPr>
            <p:nvPr/>
          </p:nvSpPr>
          <p:spPr bwMode="auto">
            <a:xfrm>
              <a:off x="348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" name="Freeform 6316"/>
            <p:cNvSpPr>
              <a:spLocks/>
            </p:cNvSpPr>
            <p:nvPr/>
          </p:nvSpPr>
          <p:spPr bwMode="auto">
            <a:xfrm>
              <a:off x="262" y="3932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" name="Freeform 6317"/>
            <p:cNvSpPr>
              <a:spLocks/>
            </p:cNvSpPr>
            <p:nvPr/>
          </p:nvSpPr>
          <p:spPr bwMode="auto">
            <a:xfrm>
              <a:off x="176" y="3932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" name="Freeform 6319"/>
            <p:cNvSpPr>
              <a:spLocks/>
            </p:cNvSpPr>
            <p:nvPr/>
          </p:nvSpPr>
          <p:spPr bwMode="auto">
            <a:xfrm>
              <a:off x="90" y="3932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7" name="Freeform 6320"/>
            <p:cNvSpPr>
              <a:spLocks/>
            </p:cNvSpPr>
            <p:nvPr/>
          </p:nvSpPr>
          <p:spPr bwMode="auto">
            <a:xfrm>
              <a:off x="7" y="3932"/>
              <a:ext cx="40" cy="43"/>
            </a:xfrm>
            <a:custGeom>
              <a:avLst/>
              <a:gdLst>
                <a:gd name="T0" fmla="*/ 0 w 40"/>
                <a:gd name="T1" fmla="*/ 43 h 43"/>
                <a:gd name="T2" fmla="*/ 0 w 40"/>
                <a:gd name="T3" fmla="*/ 0 h 43"/>
                <a:gd name="T4" fmla="*/ 40 w 40"/>
                <a:gd name="T5" fmla="*/ 0 h 43"/>
                <a:gd name="T6" fmla="*/ 40 w 40"/>
                <a:gd name="T7" fmla="*/ 43 h 43"/>
                <a:gd name="T8" fmla="*/ 0 w 40"/>
                <a:gd name="T9" fmla="*/ 43 h 43"/>
                <a:gd name="T10" fmla="*/ 0 w 40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43">
                  <a:moveTo>
                    <a:pt x="0" y="43"/>
                  </a:moveTo>
                  <a:lnTo>
                    <a:pt x="0" y="0"/>
                  </a:lnTo>
                  <a:lnTo>
                    <a:pt x="40" y="0"/>
                  </a:lnTo>
                  <a:lnTo>
                    <a:pt x="40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3D4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8" name="Freeform 6321"/>
            <p:cNvSpPr>
              <a:spLocks/>
            </p:cNvSpPr>
            <p:nvPr/>
          </p:nvSpPr>
          <p:spPr bwMode="auto">
            <a:xfrm>
              <a:off x="5692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" name="Freeform 6322"/>
            <p:cNvSpPr>
              <a:spLocks/>
            </p:cNvSpPr>
            <p:nvPr/>
          </p:nvSpPr>
          <p:spPr bwMode="auto">
            <a:xfrm>
              <a:off x="5605" y="4018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" name="Freeform 6323"/>
            <p:cNvSpPr>
              <a:spLocks/>
            </p:cNvSpPr>
            <p:nvPr/>
          </p:nvSpPr>
          <p:spPr bwMode="auto">
            <a:xfrm>
              <a:off x="5519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" name="Freeform 6324"/>
            <p:cNvSpPr>
              <a:spLocks/>
            </p:cNvSpPr>
            <p:nvPr/>
          </p:nvSpPr>
          <p:spPr bwMode="auto">
            <a:xfrm>
              <a:off x="5433" y="4018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" name="Freeform 6325"/>
            <p:cNvSpPr>
              <a:spLocks/>
            </p:cNvSpPr>
            <p:nvPr/>
          </p:nvSpPr>
          <p:spPr bwMode="auto">
            <a:xfrm>
              <a:off x="5347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3" name="Freeform 6326"/>
            <p:cNvSpPr>
              <a:spLocks/>
            </p:cNvSpPr>
            <p:nvPr/>
          </p:nvSpPr>
          <p:spPr bwMode="auto">
            <a:xfrm>
              <a:off x="5261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4" name="Freeform 6327"/>
            <p:cNvSpPr>
              <a:spLocks/>
            </p:cNvSpPr>
            <p:nvPr/>
          </p:nvSpPr>
          <p:spPr bwMode="auto">
            <a:xfrm>
              <a:off x="5175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5" name="Freeform 6328"/>
            <p:cNvSpPr>
              <a:spLocks/>
            </p:cNvSpPr>
            <p:nvPr/>
          </p:nvSpPr>
          <p:spPr bwMode="auto">
            <a:xfrm>
              <a:off x="5088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6" name="Freeform 6329"/>
            <p:cNvSpPr>
              <a:spLocks/>
            </p:cNvSpPr>
            <p:nvPr/>
          </p:nvSpPr>
          <p:spPr bwMode="auto">
            <a:xfrm>
              <a:off x="5002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7" name="Freeform 6330"/>
            <p:cNvSpPr>
              <a:spLocks/>
            </p:cNvSpPr>
            <p:nvPr/>
          </p:nvSpPr>
          <p:spPr bwMode="auto">
            <a:xfrm>
              <a:off x="4916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8" name="Freeform 6331"/>
            <p:cNvSpPr>
              <a:spLocks/>
            </p:cNvSpPr>
            <p:nvPr/>
          </p:nvSpPr>
          <p:spPr bwMode="auto">
            <a:xfrm>
              <a:off x="4830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" name="Freeform 6332"/>
            <p:cNvSpPr>
              <a:spLocks/>
            </p:cNvSpPr>
            <p:nvPr/>
          </p:nvSpPr>
          <p:spPr bwMode="auto">
            <a:xfrm>
              <a:off x="4744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" name="Freeform 6333"/>
            <p:cNvSpPr>
              <a:spLocks/>
            </p:cNvSpPr>
            <p:nvPr/>
          </p:nvSpPr>
          <p:spPr bwMode="auto">
            <a:xfrm>
              <a:off x="4657" y="4018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1" name="Freeform 6334"/>
            <p:cNvSpPr>
              <a:spLocks/>
            </p:cNvSpPr>
            <p:nvPr/>
          </p:nvSpPr>
          <p:spPr bwMode="auto">
            <a:xfrm>
              <a:off x="4571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2" name="Freeform 6335"/>
            <p:cNvSpPr>
              <a:spLocks/>
            </p:cNvSpPr>
            <p:nvPr/>
          </p:nvSpPr>
          <p:spPr bwMode="auto">
            <a:xfrm>
              <a:off x="4485" y="4018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3" name="Freeform 6336"/>
            <p:cNvSpPr>
              <a:spLocks/>
            </p:cNvSpPr>
            <p:nvPr/>
          </p:nvSpPr>
          <p:spPr bwMode="auto">
            <a:xfrm>
              <a:off x="4399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4" name="Freeform 6337"/>
            <p:cNvSpPr>
              <a:spLocks/>
            </p:cNvSpPr>
            <p:nvPr/>
          </p:nvSpPr>
          <p:spPr bwMode="auto">
            <a:xfrm>
              <a:off x="4313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5" name="Freeform 6338"/>
            <p:cNvSpPr>
              <a:spLocks/>
            </p:cNvSpPr>
            <p:nvPr/>
          </p:nvSpPr>
          <p:spPr bwMode="auto">
            <a:xfrm>
              <a:off x="4227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6" name="Freeform 6339"/>
            <p:cNvSpPr>
              <a:spLocks/>
            </p:cNvSpPr>
            <p:nvPr/>
          </p:nvSpPr>
          <p:spPr bwMode="auto">
            <a:xfrm>
              <a:off x="4140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7" name="Freeform 6340"/>
            <p:cNvSpPr>
              <a:spLocks/>
            </p:cNvSpPr>
            <p:nvPr/>
          </p:nvSpPr>
          <p:spPr bwMode="auto">
            <a:xfrm>
              <a:off x="4054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8" name="Freeform 6341"/>
            <p:cNvSpPr>
              <a:spLocks/>
            </p:cNvSpPr>
            <p:nvPr/>
          </p:nvSpPr>
          <p:spPr bwMode="auto">
            <a:xfrm>
              <a:off x="3968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" name="Freeform 6342"/>
            <p:cNvSpPr>
              <a:spLocks/>
            </p:cNvSpPr>
            <p:nvPr/>
          </p:nvSpPr>
          <p:spPr bwMode="auto">
            <a:xfrm>
              <a:off x="3882" y="4018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" name="Freeform 6343"/>
            <p:cNvSpPr>
              <a:spLocks/>
            </p:cNvSpPr>
            <p:nvPr/>
          </p:nvSpPr>
          <p:spPr bwMode="auto">
            <a:xfrm>
              <a:off x="3796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" name="Freeform 6344"/>
            <p:cNvSpPr>
              <a:spLocks/>
            </p:cNvSpPr>
            <p:nvPr/>
          </p:nvSpPr>
          <p:spPr bwMode="auto">
            <a:xfrm>
              <a:off x="3709" y="4018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" name="Freeform 6345"/>
            <p:cNvSpPr>
              <a:spLocks/>
            </p:cNvSpPr>
            <p:nvPr/>
          </p:nvSpPr>
          <p:spPr bwMode="auto">
            <a:xfrm>
              <a:off x="3623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" name="Freeform 6346"/>
            <p:cNvSpPr>
              <a:spLocks/>
            </p:cNvSpPr>
            <p:nvPr/>
          </p:nvSpPr>
          <p:spPr bwMode="auto">
            <a:xfrm>
              <a:off x="3537" y="4018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4" name="Freeform 6347"/>
            <p:cNvSpPr>
              <a:spLocks/>
            </p:cNvSpPr>
            <p:nvPr/>
          </p:nvSpPr>
          <p:spPr bwMode="auto">
            <a:xfrm>
              <a:off x="3451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" name="Freeform 6348"/>
            <p:cNvSpPr>
              <a:spLocks/>
            </p:cNvSpPr>
            <p:nvPr/>
          </p:nvSpPr>
          <p:spPr bwMode="auto">
            <a:xfrm>
              <a:off x="3365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" name="Freeform 6349"/>
            <p:cNvSpPr>
              <a:spLocks/>
            </p:cNvSpPr>
            <p:nvPr/>
          </p:nvSpPr>
          <p:spPr bwMode="auto">
            <a:xfrm>
              <a:off x="3279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7" name="Freeform 6350"/>
            <p:cNvSpPr>
              <a:spLocks/>
            </p:cNvSpPr>
            <p:nvPr/>
          </p:nvSpPr>
          <p:spPr bwMode="auto">
            <a:xfrm>
              <a:off x="3192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8" name="Freeform 6351"/>
            <p:cNvSpPr>
              <a:spLocks/>
            </p:cNvSpPr>
            <p:nvPr/>
          </p:nvSpPr>
          <p:spPr bwMode="auto">
            <a:xfrm>
              <a:off x="3106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9" name="Freeform 6352"/>
            <p:cNvSpPr>
              <a:spLocks/>
            </p:cNvSpPr>
            <p:nvPr/>
          </p:nvSpPr>
          <p:spPr bwMode="auto">
            <a:xfrm>
              <a:off x="3020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" name="Freeform 6353"/>
            <p:cNvSpPr>
              <a:spLocks/>
            </p:cNvSpPr>
            <p:nvPr/>
          </p:nvSpPr>
          <p:spPr bwMode="auto">
            <a:xfrm>
              <a:off x="2934" y="4018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" name="Freeform 6354"/>
            <p:cNvSpPr>
              <a:spLocks/>
            </p:cNvSpPr>
            <p:nvPr/>
          </p:nvSpPr>
          <p:spPr bwMode="auto">
            <a:xfrm>
              <a:off x="2848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2" name="Freeform 6355"/>
            <p:cNvSpPr>
              <a:spLocks/>
            </p:cNvSpPr>
            <p:nvPr/>
          </p:nvSpPr>
          <p:spPr bwMode="auto">
            <a:xfrm>
              <a:off x="2761" y="4018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3" name="Freeform 6356"/>
            <p:cNvSpPr>
              <a:spLocks/>
            </p:cNvSpPr>
            <p:nvPr/>
          </p:nvSpPr>
          <p:spPr bwMode="auto">
            <a:xfrm>
              <a:off x="2675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" name="Freeform 6357"/>
            <p:cNvSpPr>
              <a:spLocks/>
            </p:cNvSpPr>
            <p:nvPr/>
          </p:nvSpPr>
          <p:spPr bwMode="auto">
            <a:xfrm>
              <a:off x="2589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5" name="Freeform 6358"/>
            <p:cNvSpPr>
              <a:spLocks/>
            </p:cNvSpPr>
            <p:nvPr/>
          </p:nvSpPr>
          <p:spPr bwMode="auto">
            <a:xfrm>
              <a:off x="2503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6" name="Freeform 6359"/>
            <p:cNvSpPr>
              <a:spLocks/>
            </p:cNvSpPr>
            <p:nvPr/>
          </p:nvSpPr>
          <p:spPr bwMode="auto">
            <a:xfrm>
              <a:off x="2417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7" name="Freeform 6360"/>
            <p:cNvSpPr>
              <a:spLocks/>
            </p:cNvSpPr>
            <p:nvPr/>
          </p:nvSpPr>
          <p:spPr bwMode="auto">
            <a:xfrm>
              <a:off x="2331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8" name="Freeform 6361"/>
            <p:cNvSpPr>
              <a:spLocks/>
            </p:cNvSpPr>
            <p:nvPr/>
          </p:nvSpPr>
          <p:spPr bwMode="auto">
            <a:xfrm>
              <a:off x="2244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9" name="Freeform 6362"/>
            <p:cNvSpPr>
              <a:spLocks/>
            </p:cNvSpPr>
            <p:nvPr/>
          </p:nvSpPr>
          <p:spPr bwMode="auto">
            <a:xfrm>
              <a:off x="2158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" name="Freeform 6363"/>
            <p:cNvSpPr>
              <a:spLocks/>
            </p:cNvSpPr>
            <p:nvPr/>
          </p:nvSpPr>
          <p:spPr bwMode="auto">
            <a:xfrm>
              <a:off x="2072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" name="Freeform 6364"/>
            <p:cNvSpPr>
              <a:spLocks/>
            </p:cNvSpPr>
            <p:nvPr/>
          </p:nvSpPr>
          <p:spPr bwMode="auto">
            <a:xfrm>
              <a:off x="1986" y="4018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" name="Freeform 6365"/>
            <p:cNvSpPr>
              <a:spLocks/>
            </p:cNvSpPr>
            <p:nvPr/>
          </p:nvSpPr>
          <p:spPr bwMode="auto">
            <a:xfrm>
              <a:off x="1900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" name="Freeform 6366"/>
            <p:cNvSpPr>
              <a:spLocks/>
            </p:cNvSpPr>
            <p:nvPr/>
          </p:nvSpPr>
          <p:spPr bwMode="auto">
            <a:xfrm>
              <a:off x="1813" y="4018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" name="Freeform 6367"/>
            <p:cNvSpPr>
              <a:spLocks/>
            </p:cNvSpPr>
            <p:nvPr/>
          </p:nvSpPr>
          <p:spPr bwMode="auto">
            <a:xfrm>
              <a:off x="1727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5" name="Freeform 6368"/>
            <p:cNvSpPr>
              <a:spLocks/>
            </p:cNvSpPr>
            <p:nvPr/>
          </p:nvSpPr>
          <p:spPr bwMode="auto">
            <a:xfrm>
              <a:off x="1641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" name="Freeform 6369"/>
            <p:cNvSpPr>
              <a:spLocks/>
            </p:cNvSpPr>
            <p:nvPr/>
          </p:nvSpPr>
          <p:spPr bwMode="auto">
            <a:xfrm>
              <a:off x="1555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7" name="Freeform 6370"/>
            <p:cNvSpPr>
              <a:spLocks/>
            </p:cNvSpPr>
            <p:nvPr/>
          </p:nvSpPr>
          <p:spPr bwMode="auto">
            <a:xfrm>
              <a:off x="1469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8" name="Freeform 6371"/>
            <p:cNvSpPr>
              <a:spLocks/>
            </p:cNvSpPr>
            <p:nvPr/>
          </p:nvSpPr>
          <p:spPr bwMode="auto">
            <a:xfrm>
              <a:off x="1383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9" name="Freeform 6372"/>
            <p:cNvSpPr>
              <a:spLocks/>
            </p:cNvSpPr>
            <p:nvPr/>
          </p:nvSpPr>
          <p:spPr bwMode="auto">
            <a:xfrm>
              <a:off x="1296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" name="Freeform 6373"/>
            <p:cNvSpPr>
              <a:spLocks/>
            </p:cNvSpPr>
            <p:nvPr/>
          </p:nvSpPr>
          <p:spPr bwMode="auto">
            <a:xfrm>
              <a:off x="1210" y="4018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" name="Freeform 6374"/>
            <p:cNvSpPr>
              <a:spLocks/>
            </p:cNvSpPr>
            <p:nvPr/>
          </p:nvSpPr>
          <p:spPr bwMode="auto">
            <a:xfrm>
              <a:off x="1124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" name="Freeform 6375"/>
            <p:cNvSpPr>
              <a:spLocks/>
            </p:cNvSpPr>
            <p:nvPr/>
          </p:nvSpPr>
          <p:spPr bwMode="auto">
            <a:xfrm>
              <a:off x="1038" y="4018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3" name="Freeform 6376"/>
            <p:cNvSpPr>
              <a:spLocks/>
            </p:cNvSpPr>
            <p:nvPr/>
          </p:nvSpPr>
          <p:spPr bwMode="auto">
            <a:xfrm>
              <a:off x="952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4" name="Freeform 6377"/>
            <p:cNvSpPr>
              <a:spLocks/>
            </p:cNvSpPr>
            <p:nvPr/>
          </p:nvSpPr>
          <p:spPr bwMode="auto">
            <a:xfrm>
              <a:off x="865" y="4018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5" name="Freeform 6378"/>
            <p:cNvSpPr>
              <a:spLocks/>
            </p:cNvSpPr>
            <p:nvPr/>
          </p:nvSpPr>
          <p:spPr bwMode="auto">
            <a:xfrm>
              <a:off x="779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6" name="Freeform 6379"/>
            <p:cNvSpPr>
              <a:spLocks/>
            </p:cNvSpPr>
            <p:nvPr/>
          </p:nvSpPr>
          <p:spPr bwMode="auto">
            <a:xfrm>
              <a:off x="693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7" name="Freeform 6380"/>
            <p:cNvSpPr>
              <a:spLocks/>
            </p:cNvSpPr>
            <p:nvPr/>
          </p:nvSpPr>
          <p:spPr bwMode="auto">
            <a:xfrm>
              <a:off x="607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8" name="Freeform 6381"/>
            <p:cNvSpPr>
              <a:spLocks/>
            </p:cNvSpPr>
            <p:nvPr/>
          </p:nvSpPr>
          <p:spPr bwMode="auto">
            <a:xfrm>
              <a:off x="521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9" name="Freeform 6382"/>
            <p:cNvSpPr>
              <a:spLocks/>
            </p:cNvSpPr>
            <p:nvPr/>
          </p:nvSpPr>
          <p:spPr bwMode="auto">
            <a:xfrm>
              <a:off x="435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0" name="Freeform 6383"/>
            <p:cNvSpPr>
              <a:spLocks/>
            </p:cNvSpPr>
            <p:nvPr/>
          </p:nvSpPr>
          <p:spPr bwMode="auto">
            <a:xfrm>
              <a:off x="348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" name="Freeform 6384"/>
            <p:cNvSpPr>
              <a:spLocks/>
            </p:cNvSpPr>
            <p:nvPr/>
          </p:nvSpPr>
          <p:spPr bwMode="auto">
            <a:xfrm>
              <a:off x="262" y="4018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2" name="Freeform 6385"/>
            <p:cNvSpPr>
              <a:spLocks/>
            </p:cNvSpPr>
            <p:nvPr/>
          </p:nvSpPr>
          <p:spPr bwMode="auto">
            <a:xfrm>
              <a:off x="176" y="4018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3" name="Freeform 6386"/>
            <p:cNvSpPr>
              <a:spLocks/>
            </p:cNvSpPr>
            <p:nvPr/>
          </p:nvSpPr>
          <p:spPr bwMode="auto">
            <a:xfrm>
              <a:off x="90" y="4018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4" name="Freeform 6387"/>
            <p:cNvSpPr>
              <a:spLocks/>
            </p:cNvSpPr>
            <p:nvPr/>
          </p:nvSpPr>
          <p:spPr bwMode="auto">
            <a:xfrm>
              <a:off x="7" y="4018"/>
              <a:ext cx="40" cy="43"/>
            </a:xfrm>
            <a:custGeom>
              <a:avLst/>
              <a:gdLst>
                <a:gd name="T0" fmla="*/ 0 w 40"/>
                <a:gd name="T1" fmla="*/ 43 h 43"/>
                <a:gd name="T2" fmla="*/ 0 w 40"/>
                <a:gd name="T3" fmla="*/ 0 h 43"/>
                <a:gd name="T4" fmla="*/ 40 w 40"/>
                <a:gd name="T5" fmla="*/ 0 h 43"/>
                <a:gd name="T6" fmla="*/ 40 w 40"/>
                <a:gd name="T7" fmla="*/ 43 h 43"/>
                <a:gd name="T8" fmla="*/ 0 w 40"/>
                <a:gd name="T9" fmla="*/ 43 h 43"/>
                <a:gd name="T10" fmla="*/ 0 w 40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43">
                  <a:moveTo>
                    <a:pt x="0" y="43"/>
                  </a:moveTo>
                  <a:lnTo>
                    <a:pt x="0" y="0"/>
                  </a:lnTo>
                  <a:lnTo>
                    <a:pt x="40" y="0"/>
                  </a:lnTo>
                  <a:lnTo>
                    <a:pt x="40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C2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5" name="Freeform 6388"/>
            <p:cNvSpPr>
              <a:spLocks/>
            </p:cNvSpPr>
            <p:nvPr/>
          </p:nvSpPr>
          <p:spPr bwMode="auto">
            <a:xfrm>
              <a:off x="5692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6" name="Freeform 6389"/>
            <p:cNvSpPr>
              <a:spLocks/>
            </p:cNvSpPr>
            <p:nvPr/>
          </p:nvSpPr>
          <p:spPr bwMode="auto">
            <a:xfrm>
              <a:off x="5605" y="4191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7" name="Freeform 6390"/>
            <p:cNvSpPr>
              <a:spLocks/>
            </p:cNvSpPr>
            <p:nvPr/>
          </p:nvSpPr>
          <p:spPr bwMode="auto">
            <a:xfrm>
              <a:off x="5519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8" name="Freeform 6391"/>
            <p:cNvSpPr>
              <a:spLocks/>
            </p:cNvSpPr>
            <p:nvPr/>
          </p:nvSpPr>
          <p:spPr bwMode="auto">
            <a:xfrm>
              <a:off x="5433" y="4191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9" name="Freeform 6392"/>
            <p:cNvSpPr>
              <a:spLocks/>
            </p:cNvSpPr>
            <p:nvPr/>
          </p:nvSpPr>
          <p:spPr bwMode="auto">
            <a:xfrm>
              <a:off x="5347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0" name="Freeform 6393"/>
            <p:cNvSpPr>
              <a:spLocks/>
            </p:cNvSpPr>
            <p:nvPr/>
          </p:nvSpPr>
          <p:spPr bwMode="auto">
            <a:xfrm>
              <a:off x="5261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" name="Freeform 6394"/>
            <p:cNvSpPr>
              <a:spLocks/>
            </p:cNvSpPr>
            <p:nvPr/>
          </p:nvSpPr>
          <p:spPr bwMode="auto">
            <a:xfrm>
              <a:off x="5175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2" name="Freeform 6395"/>
            <p:cNvSpPr>
              <a:spLocks/>
            </p:cNvSpPr>
            <p:nvPr/>
          </p:nvSpPr>
          <p:spPr bwMode="auto">
            <a:xfrm>
              <a:off x="5088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3" name="Freeform 6396"/>
            <p:cNvSpPr>
              <a:spLocks/>
            </p:cNvSpPr>
            <p:nvPr/>
          </p:nvSpPr>
          <p:spPr bwMode="auto">
            <a:xfrm>
              <a:off x="5002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4" name="Freeform 6397"/>
            <p:cNvSpPr>
              <a:spLocks/>
            </p:cNvSpPr>
            <p:nvPr/>
          </p:nvSpPr>
          <p:spPr bwMode="auto">
            <a:xfrm>
              <a:off x="4916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5" name="Freeform 6398"/>
            <p:cNvSpPr>
              <a:spLocks/>
            </p:cNvSpPr>
            <p:nvPr/>
          </p:nvSpPr>
          <p:spPr bwMode="auto">
            <a:xfrm>
              <a:off x="4830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6" name="Freeform 6399"/>
            <p:cNvSpPr>
              <a:spLocks/>
            </p:cNvSpPr>
            <p:nvPr/>
          </p:nvSpPr>
          <p:spPr bwMode="auto">
            <a:xfrm>
              <a:off x="4744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7" name="Freeform 6400"/>
            <p:cNvSpPr>
              <a:spLocks/>
            </p:cNvSpPr>
            <p:nvPr/>
          </p:nvSpPr>
          <p:spPr bwMode="auto">
            <a:xfrm>
              <a:off x="4657" y="4191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8" name="Freeform 6401"/>
            <p:cNvSpPr>
              <a:spLocks/>
            </p:cNvSpPr>
            <p:nvPr/>
          </p:nvSpPr>
          <p:spPr bwMode="auto">
            <a:xfrm>
              <a:off x="4571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9" name="Freeform 6402"/>
            <p:cNvSpPr>
              <a:spLocks/>
            </p:cNvSpPr>
            <p:nvPr/>
          </p:nvSpPr>
          <p:spPr bwMode="auto">
            <a:xfrm>
              <a:off x="4485" y="4191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0" name="Freeform 6403"/>
            <p:cNvSpPr>
              <a:spLocks/>
            </p:cNvSpPr>
            <p:nvPr/>
          </p:nvSpPr>
          <p:spPr bwMode="auto">
            <a:xfrm>
              <a:off x="4399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" name="Freeform 6404"/>
            <p:cNvSpPr>
              <a:spLocks/>
            </p:cNvSpPr>
            <p:nvPr/>
          </p:nvSpPr>
          <p:spPr bwMode="auto">
            <a:xfrm>
              <a:off x="4313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" name="Freeform 6405"/>
            <p:cNvSpPr>
              <a:spLocks/>
            </p:cNvSpPr>
            <p:nvPr/>
          </p:nvSpPr>
          <p:spPr bwMode="auto">
            <a:xfrm>
              <a:off x="4227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" name="Freeform 6406"/>
            <p:cNvSpPr>
              <a:spLocks/>
            </p:cNvSpPr>
            <p:nvPr/>
          </p:nvSpPr>
          <p:spPr bwMode="auto">
            <a:xfrm>
              <a:off x="4140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4" name="Freeform 6407"/>
            <p:cNvSpPr>
              <a:spLocks/>
            </p:cNvSpPr>
            <p:nvPr/>
          </p:nvSpPr>
          <p:spPr bwMode="auto">
            <a:xfrm>
              <a:off x="4054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5" name="Freeform 6408"/>
            <p:cNvSpPr>
              <a:spLocks/>
            </p:cNvSpPr>
            <p:nvPr/>
          </p:nvSpPr>
          <p:spPr bwMode="auto">
            <a:xfrm>
              <a:off x="3968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6" name="Freeform 6409"/>
            <p:cNvSpPr>
              <a:spLocks/>
            </p:cNvSpPr>
            <p:nvPr/>
          </p:nvSpPr>
          <p:spPr bwMode="auto">
            <a:xfrm>
              <a:off x="3882" y="4191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7" name="Freeform 6410"/>
            <p:cNvSpPr>
              <a:spLocks/>
            </p:cNvSpPr>
            <p:nvPr/>
          </p:nvSpPr>
          <p:spPr bwMode="auto">
            <a:xfrm>
              <a:off x="3796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8" name="Freeform 6411"/>
            <p:cNvSpPr>
              <a:spLocks/>
            </p:cNvSpPr>
            <p:nvPr/>
          </p:nvSpPr>
          <p:spPr bwMode="auto">
            <a:xfrm>
              <a:off x="3709" y="4191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9" name="Freeform 6412"/>
            <p:cNvSpPr>
              <a:spLocks/>
            </p:cNvSpPr>
            <p:nvPr/>
          </p:nvSpPr>
          <p:spPr bwMode="auto">
            <a:xfrm>
              <a:off x="3623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0" name="Freeform 6413"/>
            <p:cNvSpPr>
              <a:spLocks/>
            </p:cNvSpPr>
            <p:nvPr/>
          </p:nvSpPr>
          <p:spPr bwMode="auto">
            <a:xfrm>
              <a:off x="3537" y="4191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" name="Freeform 6414"/>
            <p:cNvSpPr>
              <a:spLocks/>
            </p:cNvSpPr>
            <p:nvPr/>
          </p:nvSpPr>
          <p:spPr bwMode="auto">
            <a:xfrm>
              <a:off x="3451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" name="Freeform 6415"/>
            <p:cNvSpPr>
              <a:spLocks/>
            </p:cNvSpPr>
            <p:nvPr/>
          </p:nvSpPr>
          <p:spPr bwMode="auto">
            <a:xfrm>
              <a:off x="3365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3" name="Freeform 6416"/>
            <p:cNvSpPr>
              <a:spLocks/>
            </p:cNvSpPr>
            <p:nvPr/>
          </p:nvSpPr>
          <p:spPr bwMode="auto">
            <a:xfrm>
              <a:off x="3279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" name="Freeform 6417"/>
            <p:cNvSpPr>
              <a:spLocks/>
            </p:cNvSpPr>
            <p:nvPr/>
          </p:nvSpPr>
          <p:spPr bwMode="auto">
            <a:xfrm>
              <a:off x="3192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" name="Freeform 6418"/>
            <p:cNvSpPr>
              <a:spLocks/>
            </p:cNvSpPr>
            <p:nvPr/>
          </p:nvSpPr>
          <p:spPr bwMode="auto">
            <a:xfrm>
              <a:off x="3106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6" name="Freeform 6419"/>
            <p:cNvSpPr>
              <a:spLocks/>
            </p:cNvSpPr>
            <p:nvPr/>
          </p:nvSpPr>
          <p:spPr bwMode="auto">
            <a:xfrm>
              <a:off x="3020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7" name="Freeform 6420"/>
            <p:cNvSpPr>
              <a:spLocks/>
            </p:cNvSpPr>
            <p:nvPr/>
          </p:nvSpPr>
          <p:spPr bwMode="auto">
            <a:xfrm>
              <a:off x="2934" y="4191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8" name="Freeform 6421"/>
            <p:cNvSpPr>
              <a:spLocks/>
            </p:cNvSpPr>
            <p:nvPr/>
          </p:nvSpPr>
          <p:spPr bwMode="auto">
            <a:xfrm>
              <a:off x="2848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9" name="Freeform 6422"/>
            <p:cNvSpPr>
              <a:spLocks/>
            </p:cNvSpPr>
            <p:nvPr/>
          </p:nvSpPr>
          <p:spPr bwMode="auto">
            <a:xfrm>
              <a:off x="2761" y="4191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0" name="Freeform 6423"/>
            <p:cNvSpPr>
              <a:spLocks/>
            </p:cNvSpPr>
            <p:nvPr/>
          </p:nvSpPr>
          <p:spPr bwMode="auto">
            <a:xfrm>
              <a:off x="2675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1" name="Freeform 6424"/>
            <p:cNvSpPr>
              <a:spLocks/>
            </p:cNvSpPr>
            <p:nvPr/>
          </p:nvSpPr>
          <p:spPr bwMode="auto">
            <a:xfrm>
              <a:off x="2589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" name="Freeform 6425"/>
            <p:cNvSpPr>
              <a:spLocks/>
            </p:cNvSpPr>
            <p:nvPr/>
          </p:nvSpPr>
          <p:spPr bwMode="auto">
            <a:xfrm>
              <a:off x="2503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" name="Freeform 6426"/>
            <p:cNvSpPr>
              <a:spLocks/>
            </p:cNvSpPr>
            <p:nvPr/>
          </p:nvSpPr>
          <p:spPr bwMode="auto">
            <a:xfrm>
              <a:off x="2417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" name="Freeform 6427"/>
            <p:cNvSpPr>
              <a:spLocks/>
            </p:cNvSpPr>
            <p:nvPr/>
          </p:nvSpPr>
          <p:spPr bwMode="auto">
            <a:xfrm>
              <a:off x="2331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" name="Freeform 6428"/>
            <p:cNvSpPr>
              <a:spLocks/>
            </p:cNvSpPr>
            <p:nvPr/>
          </p:nvSpPr>
          <p:spPr bwMode="auto">
            <a:xfrm>
              <a:off x="2244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" name="Freeform 6429"/>
            <p:cNvSpPr>
              <a:spLocks/>
            </p:cNvSpPr>
            <p:nvPr/>
          </p:nvSpPr>
          <p:spPr bwMode="auto">
            <a:xfrm>
              <a:off x="2158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" name="Freeform 6430"/>
            <p:cNvSpPr>
              <a:spLocks/>
            </p:cNvSpPr>
            <p:nvPr/>
          </p:nvSpPr>
          <p:spPr bwMode="auto">
            <a:xfrm>
              <a:off x="2072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" name="Freeform 6431"/>
            <p:cNvSpPr>
              <a:spLocks/>
            </p:cNvSpPr>
            <p:nvPr/>
          </p:nvSpPr>
          <p:spPr bwMode="auto">
            <a:xfrm>
              <a:off x="1986" y="4191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" name="Freeform 6432"/>
            <p:cNvSpPr>
              <a:spLocks/>
            </p:cNvSpPr>
            <p:nvPr/>
          </p:nvSpPr>
          <p:spPr bwMode="auto">
            <a:xfrm>
              <a:off x="1900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" name="Freeform 6433"/>
            <p:cNvSpPr>
              <a:spLocks/>
            </p:cNvSpPr>
            <p:nvPr/>
          </p:nvSpPr>
          <p:spPr bwMode="auto">
            <a:xfrm>
              <a:off x="1813" y="4191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1" name="Freeform 6434"/>
            <p:cNvSpPr>
              <a:spLocks/>
            </p:cNvSpPr>
            <p:nvPr/>
          </p:nvSpPr>
          <p:spPr bwMode="auto">
            <a:xfrm>
              <a:off x="1727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" name="Freeform 6435"/>
            <p:cNvSpPr>
              <a:spLocks/>
            </p:cNvSpPr>
            <p:nvPr/>
          </p:nvSpPr>
          <p:spPr bwMode="auto">
            <a:xfrm>
              <a:off x="1641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" name="Freeform 6436"/>
            <p:cNvSpPr>
              <a:spLocks/>
            </p:cNvSpPr>
            <p:nvPr/>
          </p:nvSpPr>
          <p:spPr bwMode="auto">
            <a:xfrm>
              <a:off x="1555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4" name="Freeform 6437"/>
            <p:cNvSpPr>
              <a:spLocks/>
            </p:cNvSpPr>
            <p:nvPr/>
          </p:nvSpPr>
          <p:spPr bwMode="auto">
            <a:xfrm>
              <a:off x="1469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" name="Freeform 6438"/>
            <p:cNvSpPr>
              <a:spLocks/>
            </p:cNvSpPr>
            <p:nvPr/>
          </p:nvSpPr>
          <p:spPr bwMode="auto">
            <a:xfrm>
              <a:off x="1383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" name="Freeform 6439"/>
            <p:cNvSpPr>
              <a:spLocks/>
            </p:cNvSpPr>
            <p:nvPr/>
          </p:nvSpPr>
          <p:spPr bwMode="auto">
            <a:xfrm>
              <a:off x="1296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" name="Freeform 6440"/>
            <p:cNvSpPr>
              <a:spLocks/>
            </p:cNvSpPr>
            <p:nvPr/>
          </p:nvSpPr>
          <p:spPr bwMode="auto">
            <a:xfrm>
              <a:off x="1210" y="4191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" name="Freeform 6441"/>
            <p:cNvSpPr>
              <a:spLocks/>
            </p:cNvSpPr>
            <p:nvPr/>
          </p:nvSpPr>
          <p:spPr bwMode="auto">
            <a:xfrm>
              <a:off x="1124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" name="Freeform 6442"/>
            <p:cNvSpPr>
              <a:spLocks/>
            </p:cNvSpPr>
            <p:nvPr/>
          </p:nvSpPr>
          <p:spPr bwMode="auto">
            <a:xfrm>
              <a:off x="1038" y="4191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" name="Freeform 6443"/>
            <p:cNvSpPr>
              <a:spLocks/>
            </p:cNvSpPr>
            <p:nvPr/>
          </p:nvSpPr>
          <p:spPr bwMode="auto">
            <a:xfrm>
              <a:off x="952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1" name="Freeform 6444"/>
            <p:cNvSpPr>
              <a:spLocks/>
            </p:cNvSpPr>
            <p:nvPr/>
          </p:nvSpPr>
          <p:spPr bwMode="auto">
            <a:xfrm>
              <a:off x="865" y="4191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" name="Freeform 6445"/>
            <p:cNvSpPr>
              <a:spLocks/>
            </p:cNvSpPr>
            <p:nvPr/>
          </p:nvSpPr>
          <p:spPr bwMode="auto">
            <a:xfrm>
              <a:off x="779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3" name="Freeform 6446"/>
            <p:cNvSpPr>
              <a:spLocks/>
            </p:cNvSpPr>
            <p:nvPr/>
          </p:nvSpPr>
          <p:spPr bwMode="auto">
            <a:xfrm>
              <a:off x="693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" name="Freeform 6447"/>
            <p:cNvSpPr>
              <a:spLocks/>
            </p:cNvSpPr>
            <p:nvPr/>
          </p:nvSpPr>
          <p:spPr bwMode="auto">
            <a:xfrm>
              <a:off x="607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" name="Freeform 6448"/>
            <p:cNvSpPr>
              <a:spLocks/>
            </p:cNvSpPr>
            <p:nvPr/>
          </p:nvSpPr>
          <p:spPr bwMode="auto">
            <a:xfrm>
              <a:off x="521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" name="Freeform 6449"/>
            <p:cNvSpPr>
              <a:spLocks/>
            </p:cNvSpPr>
            <p:nvPr/>
          </p:nvSpPr>
          <p:spPr bwMode="auto">
            <a:xfrm>
              <a:off x="435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" name="Freeform 6450"/>
            <p:cNvSpPr>
              <a:spLocks/>
            </p:cNvSpPr>
            <p:nvPr/>
          </p:nvSpPr>
          <p:spPr bwMode="auto">
            <a:xfrm>
              <a:off x="348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" name="Freeform 6451"/>
            <p:cNvSpPr>
              <a:spLocks/>
            </p:cNvSpPr>
            <p:nvPr/>
          </p:nvSpPr>
          <p:spPr bwMode="auto">
            <a:xfrm>
              <a:off x="262" y="4191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" name="Freeform 6452"/>
            <p:cNvSpPr>
              <a:spLocks/>
            </p:cNvSpPr>
            <p:nvPr/>
          </p:nvSpPr>
          <p:spPr bwMode="auto">
            <a:xfrm>
              <a:off x="176" y="419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0" name="Freeform 6453"/>
            <p:cNvSpPr>
              <a:spLocks/>
            </p:cNvSpPr>
            <p:nvPr/>
          </p:nvSpPr>
          <p:spPr bwMode="auto">
            <a:xfrm>
              <a:off x="90" y="4191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1" name="Freeform 6454"/>
            <p:cNvSpPr>
              <a:spLocks/>
            </p:cNvSpPr>
            <p:nvPr/>
          </p:nvSpPr>
          <p:spPr bwMode="auto">
            <a:xfrm>
              <a:off x="7" y="4191"/>
              <a:ext cx="40" cy="43"/>
            </a:xfrm>
            <a:custGeom>
              <a:avLst/>
              <a:gdLst>
                <a:gd name="T0" fmla="*/ 0 w 40"/>
                <a:gd name="T1" fmla="*/ 43 h 43"/>
                <a:gd name="T2" fmla="*/ 0 w 40"/>
                <a:gd name="T3" fmla="*/ 0 h 43"/>
                <a:gd name="T4" fmla="*/ 40 w 40"/>
                <a:gd name="T5" fmla="*/ 0 h 43"/>
                <a:gd name="T6" fmla="*/ 40 w 40"/>
                <a:gd name="T7" fmla="*/ 43 h 43"/>
                <a:gd name="T8" fmla="*/ 0 w 40"/>
                <a:gd name="T9" fmla="*/ 43 h 43"/>
                <a:gd name="T10" fmla="*/ 0 w 40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43">
                  <a:moveTo>
                    <a:pt x="0" y="43"/>
                  </a:moveTo>
                  <a:lnTo>
                    <a:pt x="0" y="0"/>
                  </a:lnTo>
                  <a:lnTo>
                    <a:pt x="40" y="0"/>
                  </a:lnTo>
                  <a:lnTo>
                    <a:pt x="40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" name="Freeform 6455"/>
            <p:cNvSpPr>
              <a:spLocks/>
            </p:cNvSpPr>
            <p:nvPr/>
          </p:nvSpPr>
          <p:spPr bwMode="auto">
            <a:xfrm>
              <a:off x="5692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" name="Freeform 6456"/>
            <p:cNvSpPr>
              <a:spLocks/>
            </p:cNvSpPr>
            <p:nvPr/>
          </p:nvSpPr>
          <p:spPr bwMode="auto">
            <a:xfrm>
              <a:off x="5605" y="4105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" name="Freeform 6457"/>
            <p:cNvSpPr>
              <a:spLocks/>
            </p:cNvSpPr>
            <p:nvPr/>
          </p:nvSpPr>
          <p:spPr bwMode="auto">
            <a:xfrm>
              <a:off x="5519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" name="Freeform 6458"/>
            <p:cNvSpPr>
              <a:spLocks/>
            </p:cNvSpPr>
            <p:nvPr/>
          </p:nvSpPr>
          <p:spPr bwMode="auto">
            <a:xfrm>
              <a:off x="5433" y="4105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6" name="Freeform 6459"/>
            <p:cNvSpPr>
              <a:spLocks/>
            </p:cNvSpPr>
            <p:nvPr/>
          </p:nvSpPr>
          <p:spPr bwMode="auto">
            <a:xfrm>
              <a:off x="5347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7" name="Freeform 6460"/>
            <p:cNvSpPr>
              <a:spLocks/>
            </p:cNvSpPr>
            <p:nvPr/>
          </p:nvSpPr>
          <p:spPr bwMode="auto">
            <a:xfrm>
              <a:off x="5261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8" name="Freeform 6461"/>
            <p:cNvSpPr>
              <a:spLocks/>
            </p:cNvSpPr>
            <p:nvPr/>
          </p:nvSpPr>
          <p:spPr bwMode="auto">
            <a:xfrm>
              <a:off x="5175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9" name="Freeform 6462"/>
            <p:cNvSpPr>
              <a:spLocks/>
            </p:cNvSpPr>
            <p:nvPr/>
          </p:nvSpPr>
          <p:spPr bwMode="auto">
            <a:xfrm>
              <a:off x="5088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0" name="Freeform 6463"/>
            <p:cNvSpPr>
              <a:spLocks/>
            </p:cNvSpPr>
            <p:nvPr/>
          </p:nvSpPr>
          <p:spPr bwMode="auto">
            <a:xfrm>
              <a:off x="5002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1" name="Freeform 6464"/>
            <p:cNvSpPr>
              <a:spLocks/>
            </p:cNvSpPr>
            <p:nvPr/>
          </p:nvSpPr>
          <p:spPr bwMode="auto">
            <a:xfrm>
              <a:off x="4916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2" name="Freeform 6465"/>
            <p:cNvSpPr>
              <a:spLocks/>
            </p:cNvSpPr>
            <p:nvPr/>
          </p:nvSpPr>
          <p:spPr bwMode="auto">
            <a:xfrm>
              <a:off x="4830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" name="Freeform 6466"/>
            <p:cNvSpPr>
              <a:spLocks/>
            </p:cNvSpPr>
            <p:nvPr/>
          </p:nvSpPr>
          <p:spPr bwMode="auto">
            <a:xfrm>
              <a:off x="4744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4" name="Freeform 6467"/>
            <p:cNvSpPr>
              <a:spLocks/>
            </p:cNvSpPr>
            <p:nvPr/>
          </p:nvSpPr>
          <p:spPr bwMode="auto">
            <a:xfrm>
              <a:off x="4657" y="4105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5" name="Freeform 6468"/>
            <p:cNvSpPr>
              <a:spLocks/>
            </p:cNvSpPr>
            <p:nvPr/>
          </p:nvSpPr>
          <p:spPr bwMode="auto">
            <a:xfrm>
              <a:off x="4571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6" name="Freeform 6469"/>
            <p:cNvSpPr>
              <a:spLocks/>
            </p:cNvSpPr>
            <p:nvPr/>
          </p:nvSpPr>
          <p:spPr bwMode="auto">
            <a:xfrm>
              <a:off x="4485" y="4105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7" name="Freeform 6470"/>
            <p:cNvSpPr>
              <a:spLocks/>
            </p:cNvSpPr>
            <p:nvPr/>
          </p:nvSpPr>
          <p:spPr bwMode="auto">
            <a:xfrm>
              <a:off x="4399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8" name="Freeform 6471"/>
            <p:cNvSpPr>
              <a:spLocks/>
            </p:cNvSpPr>
            <p:nvPr/>
          </p:nvSpPr>
          <p:spPr bwMode="auto">
            <a:xfrm>
              <a:off x="4313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9" name="Freeform 6472"/>
            <p:cNvSpPr>
              <a:spLocks/>
            </p:cNvSpPr>
            <p:nvPr/>
          </p:nvSpPr>
          <p:spPr bwMode="auto">
            <a:xfrm>
              <a:off x="4227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0" name="Freeform 6473"/>
            <p:cNvSpPr>
              <a:spLocks/>
            </p:cNvSpPr>
            <p:nvPr/>
          </p:nvSpPr>
          <p:spPr bwMode="auto">
            <a:xfrm>
              <a:off x="4140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1" name="Freeform 6474"/>
            <p:cNvSpPr>
              <a:spLocks/>
            </p:cNvSpPr>
            <p:nvPr/>
          </p:nvSpPr>
          <p:spPr bwMode="auto">
            <a:xfrm>
              <a:off x="4054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2" name="Freeform 6475"/>
            <p:cNvSpPr>
              <a:spLocks/>
            </p:cNvSpPr>
            <p:nvPr/>
          </p:nvSpPr>
          <p:spPr bwMode="auto">
            <a:xfrm>
              <a:off x="3968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" name="Freeform 6476"/>
            <p:cNvSpPr>
              <a:spLocks/>
            </p:cNvSpPr>
            <p:nvPr/>
          </p:nvSpPr>
          <p:spPr bwMode="auto">
            <a:xfrm>
              <a:off x="3882" y="4105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4" name="Freeform 6477"/>
            <p:cNvSpPr>
              <a:spLocks/>
            </p:cNvSpPr>
            <p:nvPr/>
          </p:nvSpPr>
          <p:spPr bwMode="auto">
            <a:xfrm>
              <a:off x="3796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5" name="Freeform 6478"/>
            <p:cNvSpPr>
              <a:spLocks/>
            </p:cNvSpPr>
            <p:nvPr/>
          </p:nvSpPr>
          <p:spPr bwMode="auto">
            <a:xfrm>
              <a:off x="3709" y="4105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6" name="Freeform 6479"/>
            <p:cNvSpPr>
              <a:spLocks/>
            </p:cNvSpPr>
            <p:nvPr/>
          </p:nvSpPr>
          <p:spPr bwMode="auto">
            <a:xfrm>
              <a:off x="3623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7" name="Freeform 6480"/>
            <p:cNvSpPr>
              <a:spLocks/>
            </p:cNvSpPr>
            <p:nvPr/>
          </p:nvSpPr>
          <p:spPr bwMode="auto">
            <a:xfrm>
              <a:off x="3537" y="4105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8" name="Freeform 6481"/>
            <p:cNvSpPr>
              <a:spLocks/>
            </p:cNvSpPr>
            <p:nvPr/>
          </p:nvSpPr>
          <p:spPr bwMode="auto">
            <a:xfrm>
              <a:off x="3451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9" name="Freeform 6482"/>
            <p:cNvSpPr>
              <a:spLocks/>
            </p:cNvSpPr>
            <p:nvPr/>
          </p:nvSpPr>
          <p:spPr bwMode="auto">
            <a:xfrm>
              <a:off x="3365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0" name="Freeform 6483"/>
            <p:cNvSpPr>
              <a:spLocks/>
            </p:cNvSpPr>
            <p:nvPr/>
          </p:nvSpPr>
          <p:spPr bwMode="auto">
            <a:xfrm>
              <a:off x="3279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1" name="Freeform 6484"/>
            <p:cNvSpPr>
              <a:spLocks/>
            </p:cNvSpPr>
            <p:nvPr/>
          </p:nvSpPr>
          <p:spPr bwMode="auto">
            <a:xfrm>
              <a:off x="3192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2" name="Freeform 6485"/>
            <p:cNvSpPr>
              <a:spLocks/>
            </p:cNvSpPr>
            <p:nvPr/>
          </p:nvSpPr>
          <p:spPr bwMode="auto">
            <a:xfrm>
              <a:off x="3106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" name="Freeform 6486"/>
            <p:cNvSpPr>
              <a:spLocks/>
            </p:cNvSpPr>
            <p:nvPr/>
          </p:nvSpPr>
          <p:spPr bwMode="auto">
            <a:xfrm>
              <a:off x="3020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4" name="Freeform 6487"/>
            <p:cNvSpPr>
              <a:spLocks/>
            </p:cNvSpPr>
            <p:nvPr/>
          </p:nvSpPr>
          <p:spPr bwMode="auto">
            <a:xfrm>
              <a:off x="2934" y="4105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5" name="Freeform 6488"/>
            <p:cNvSpPr>
              <a:spLocks/>
            </p:cNvSpPr>
            <p:nvPr/>
          </p:nvSpPr>
          <p:spPr bwMode="auto">
            <a:xfrm>
              <a:off x="2848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6" name="Freeform 6489"/>
            <p:cNvSpPr>
              <a:spLocks/>
            </p:cNvSpPr>
            <p:nvPr/>
          </p:nvSpPr>
          <p:spPr bwMode="auto">
            <a:xfrm>
              <a:off x="2761" y="4105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7" name="Freeform 6490"/>
            <p:cNvSpPr>
              <a:spLocks/>
            </p:cNvSpPr>
            <p:nvPr/>
          </p:nvSpPr>
          <p:spPr bwMode="auto">
            <a:xfrm>
              <a:off x="2675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8" name="Freeform 6491"/>
            <p:cNvSpPr>
              <a:spLocks/>
            </p:cNvSpPr>
            <p:nvPr/>
          </p:nvSpPr>
          <p:spPr bwMode="auto">
            <a:xfrm>
              <a:off x="2589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9" name="Freeform 6492"/>
            <p:cNvSpPr>
              <a:spLocks/>
            </p:cNvSpPr>
            <p:nvPr/>
          </p:nvSpPr>
          <p:spPr bwMode="auto">
            <a:xfrm>
              <a:off x="2503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" name="Freeform 6493"/>
            <p:cNvSpPr>
              <a:spLocks/>
            </p:cNvSpPr>
            <p:nvPr/>
          </p:nvSpPr>
          <p:spPr bwMode="auto">
            <a:xfrm>
              <a:off x="2417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1" name="Freeform 6494"/>
            <p:cNvSpPr>
              <a:spLocks/>
            </p:cNvSpPr>
            <p:nvPr/>
          </p:nvSpPr>
          <p:spPr bwMode="auto">
            <a:xfrm>
              <a:off x="2331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2" name="Freeform 6495"/>
            <p:cNvSpPr>
              <a:spLocks/>
            </p:cNvSpPr>
            <p:nvPr/>
          </p:nvSpPr>
          <p:spPr bwMode="auto">
            <a:xfrm>
              <a:off x="2244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3" name="Freeform 6496"/>
            <p:cNvSpPr>
              <a:spLocks/>
            </p:cNvSpPr>
            <p:nvPr/>
          </p:nvSpPr>
          <p:spPr bwMode="auto">
            <a:xfrm>
              <a:off x="2158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4" name="Freeform 6497"/>
            <p:cNvSpPr>
              <a:spLocks/>
            </p:cNvSpPr>
            <p:nvPr/>
          </p:nvSpPr>
          <p:spPr bwMode="auto">
            <a:xfrm>
              <a:off x="2072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5" name="Freeform 6498"/>
            <p:cNvSpPr>
              <a:spLocks/>
            </p:cNvSpPr>
            <p:nvPr/>
          </p:nvSpPr>
          <p:spPr bwMode="auto">
            <a:xfrm>
              <a:off x="1986" y="4105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6" name="Freeform 6499"/>
            <p:cNvSpPr>
              <a:spLocks/>
            </p:cNvSpPr>
            <p:nvPr/>
          </p:nvSpPr>
          <p:spPr bwMode="auto">
            <a:xfrm>
              <a:off x="1900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7" name="Freeform 6500"/>
            <p:cNvSpPr>
              <a:spLocks/>
            </p:cNvSpPr>
            <p:nvPr/>
          </p:nvSpPr>
          <p:spPr bwMode="auto">
            <a:xfrm>
              <a:off x="1813" y="4105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8" name="Freeform 6501"/>
            <p:cNvSpPr>
              <a:spLocks/>
            </p:cNvSpPr>
            <p:nvPr/>
          </p:nvSpPr>
          <p:spPr bwMode="auto">
            <a:xfrm>
              <a:off x="1727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9" name="Freeform 6502"/>
            <p:cNvSpPr>
              <a:spLocks/>
            </p:cNvSpPr>
            <p:nvPr/>
          </p:nvSpPr>
          <p:spPr bwMode="auto">
            <a:xfrm>
              <a:off x="1641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0" name="Freeform 6503"/>
            <p:cNvSpPr>
              <a:spLocks/>
            </p:cNvSpPr>
            <p:nvPr/>
          </p:nvSpPr>
          <p:spPr bwMode="auto">
            <a:xfrm>
              <a:off x="1555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1" name="Freeform 6504"/>
            <p:cNvSpPr>
              <a:spLocks/>
            </p:cNvSpPr>
            <p:nvPr/>
          </p:nvSpPr>
          <p:spPr bwMode="auto">
            <a:xfrm>
              <a:off x="1469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2" name="Freeform 6505"/>
            <p:cNvSpPr>
              <a:spLocks/>
            </p:cNvSpPr>
            <p:nvPr/>
          </p:nvSpPr>
          <p:spPr bwMode="auto">
            <a:xfrm>
              <a:off x="1383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3" name="Freeform 6506"/>
            <p:cNvSpPr>
              <a:spLocks/>
            </p:cNvSpPr>
            <p:nvPr/>
          </p:nvSpPr>
          <p:spPr bwMode="auto">
            <a:xfrm>
              <a:off x="1296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" name="Freeform 6507"/>
            <p:cNvSpPr>
              <a:spLocks/>
            </p:cNvSpPr>
            <p:nvPr/>
          </p:nvSpPr>
          <p:spPr bwMode="auto">
            <a:xfrm>
              <a:off x="1210" y="4105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5" name="Freeform 6508"/>
            <p:cNvSpPr>
              <a:spLocks/>
            </p:cNvSpPr>
            <p:nvPr/>
          </p:nvSpPr>
          <p:spPr bwMode="auto">
            <a:xfrm>
              <a:off x="1124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6" name="Freeform 6509"/>
            <p:cNvSpPr>
              <a:spLocks/>
            </p:cNvSpPr>
            <p:nvPr/>
          </p:nvSpPr>
          <p:spPr bwMode="auto">
            <a:xfrm>
              <a:off x="1038" y="4105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7" name="Freeform 6510"/>
            <p:cNvSpPr>
              <a:spLocks/>
            </p:cNvSpPr>
            <p:nvPr/>
          </p:nvSpPr>
          <p:spPr bwMode="auto">
            <a:xfrm>
              <a:off x="952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8" name="Freeform 6511"/>
            <p:cNvSpPr>
              <a:spLocks/>
            </p:cNvSpPr>
            <p:nvPr/>
          </p:nvSpPr>
          <p:spPr bwMode="auto">
            <a:xfrm>
              <a:off x="865" y="4105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9" name="Freeform 6512"/>
            <p:cNvSpPr>
              <a:spLocks/>
            </p:cNvSpPr>
            <p:nvPr/>
          </p:nvSpPr>
          <p:spPr bwMode="auto">
            <a:xfrm>
              <a:off x="779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0" name="Freeform 6513"/>
            <p:cNvSpPr>
              <a:spLocks/>
            </p:cNvSpPr>
            <p:nvPr/>
          </p:nvSpPr>
          <p:spPr bwMode="auto">
            <a:xfrm>
              <a:off x="693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1" name="Freeform 6514"/>
            <p:cNvSpPr>
              <a:spLocks/>
            </p:cNvSpPr>
            <p:nvPr/>
          </p:nvSpPr>
          <p:spPr bwMode="auto">
            <a:xfrm>
              <a:off x="607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2" name="Freeform 6515"/>
            <p:cNvSpPr>
              <a:spLocks/>
            </p:cNvSpPr>
            <p:nvPr/>
          </p:nvSpPr>
          <p:spPr bwMode="auto">
            <a:xfrm>
              <a:off x="521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3" name="Freeform 6516"/>
            <p:cNvSpPr>
              <a:spLocks/>
            </p:cNvSpPr>
            <p:nvPr/>
          </p:nvSpPr>
          <p:spPr bwMode="auto">
            <a:xfrm>
              <a:off x="435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" name="Freeform 6517"/>
            <p:cNvSpPr>
              <a:spLocks/>
            </p:cNvSpPr>
            <p:nvPr/>
          </p:nvSpPr>
          <p:spPr bwMode="auto">
            <a:xfrm>
              <a:off x="348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5" name="Freeform 6518"/>
            <p:cNvSpPr>
              <a:spLocks/>
            </p:cNvSpPr>
            <p:nvPr/>
          </p:nvSpPr>
          <p:spPr bwMode="auto">
            <a:xfrm>
              <a:off x="262" y="4105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6" name="Freeform 6520"/>
            <p:cNvSpPr>
              <a:spLocks/>
            </p:cNvSpPr>
            <p:nvPr/>
          </p:nvSpPr>
          <p:spPr bwMode="auto">
            <a:xfrm>
              <a:off x="176" y="410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7" name="Freeform 6521"/>
            <p:cNvSpPr>
              <a:spLocks/>
            </p:cNvSpPr>
            <p:nvPr/>
          </p:nvSpPr>
          <p:spPr bwMode="auto">
            <a:xfrm>
              <a:off x="90" y="4105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8" name="Freeform 6522"/>
            <p:cNvSpPr>
              <a:spLocks/>
            </p:cNvSpPr>
            <p:nvPr/>
          </p:nvSpPr>
          <p:spPr bwMode="auto">
            <a:xfrm>
              <a:off x="7" y="4105"/>
              <a:ext cx="40" cy="43"/>
            </a:xfrm>
            <a:custGeom>
              <a:avLst/>
              <a:gdLst>
                <a:gd name="T0" fmla="*/ 0 w 40"/>
                <a:gd name="T1" fmla="*/ 43 h 43"/>
                <a:gd name="T2" fmla="*/ 0 w 40"/>
                <a:gd name="T3" fmla="*/ 0 h 43"/>
                <a:gd name="T4" fmla="*/ 40 w 40"/>
                <a:gd name="T5" fmla="*/ 0 h 43"/>
                <a:gd name="T6" fmla="*/ 40 w 40"/>
                <a:gd name="T7" fmla="*/ 43 h 43"/>
                <a:gd name="T8" fmla="*/ 0 w 40"/>
                <a:gd name="T9" fmla="*/ 43 h 43"/>
                <a:gd name="T10" fmla="*/ 0 w 40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43">
                  <a:moveTo>
                    <a:pt x="0" y="43"/>
                  </a:moveTo>
                  <a:lnTo>
                    <a:pt x="0" y="0"/>
                  </a:lnTo>
                  <a:lnTo>
                    <a:pt x="40" y="0"/>
                  </a:lnTo>
                  <a:lnTo>
                    <a:pt x="40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556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9" name="Freeform 6523"/>
            <p:cNvSpPr>
              <a:spLocks/>
            </p:cNvSpPr>
            <p:nvPr/>
          </p:nvSpPr>
          <p:spPr bwMode="auto">
            <a:xfrm>
              <a:off x="5692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0" name="Freeform 6524"/>
            <p:cNvSpPr>
              <a:spLocks/>
            </p:cNvSpPr>
            <p:nvPr/>
          </p:nvSpPr>
          <p:spPr bwMode="auto">
            <a:xfrm>
              <a:off x="5605" y="1189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1" name="Freeform 6525"/>
            <p:cNvSpPr>
              <a:spLocks/>
            </p:cNvSpPr>
            <p:nvPr/>
          </p:nvSpPr>
          <p:spPr bwMode="auto">
            <a:xfrm>
              <a:off x="5519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2" name="Freeform 6526"/>
            <p:cNvSpPr>
              <a:spLocks/>
            </p:cNvSpPr>
            <p:nvPr/>
          </p:nvSpPr>
          <p:spPr bwMode="auto">
            <a:xfrm>
              <a:off x="5433" y="1189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3" name="Freeform 6527"/>
            <p:cNvSpPr>
              <a:spLocks/>
            </p:cNvSpPr>
            <p:nvPr/>
          </p:nvSpPr>
          <p:spPr bwMode="auto">
            <a:xfrm>
              <a:off x="5347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" name="Freeform 6528"/>
            <p:cNvSpPr>
              <a:spLocks/>
            </p:cNvSpPr>
            <p:nvPr/>
          </p:nvSpPr>
          <p:spPr bwMode="auto">
            <a:xfrm>
              <a:off x="5261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" name="Freeform 6529"/>
            <p:cNvSpPr>
              <a:spLocks/>
            </p:cNvSpPr>
            <p:nvPr/>
          </p:nvSpPr>
          <p:spPr bwMode="auto">
            <a:xfrm>
              <a:off x="5175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" name="Freeform 6530"/>
            <p:cNvSpPr>
              <a:spLocks/>
            </p:cNvSpPr>
            <p:nvPr/>
          </p:nvSpPr>
          <p:spPr bwMode="auto">
            <a:xfrm>
              <a:off x="5088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" name="Freeform 6531"/>
            <p:cNvSpPr>
              <a:spLocks/>
            </p:cNvSpPr>
            <p:nvPr/>
          </p:nvSpPr>
          <p:spPr bwMode="auto">
            <a:xfrm>
              <a:off x="5002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" name="Freeform 6532"/>
            <p:cNvSpPr>
              <a:spLocks/>
            </p:cNvSpPr>
            <p:nvPr/>
          </p:nvSpPr>
          <p:spPr bwMode="auto">
            <a:xfrm>
              <a:off x="4916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" name="Freeform 6533"/>
            <p:cNvSpPr>
              <a:spLocks/>
            </p:cNvSpPr>
            <p:nvPr/>
          </p:nvSpPr>
          <p:spPr bwMode="auto">
            <a:xfrm>
              <a:off x="4830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0" name="Freeform 6534"/>
            <p:cNvSpPr>
              <a:spLocks/>
            </p:cNvSpPr>
            <p:nvPr/>
          </p:nvSpPr>
          <p:spPr bwMode="auto">
            <a:xfrm>
              <a:off x="4744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1" name="Freeform 6535"/>
            <p:cNvSpPr>
              <a:spLocks/>
            </p:cNvSpPr>
            <p:nvPr/>
          </p:nvSpPr>
          <p:spPr bwMode="auto">
            <a:xfrm>
              <a:off x="4657" y="1189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2" name="Freeform 6536"/>
            <p:cNvSpPr>
              <a:spLocks/>
            </p:cNvSpPr>
            <p:nvPr/>
          </p:nvSpPr>
          <p:spPr bwMode="auto">
            <a:xfrm>
              <a:off x="4571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3" name="Freeform 6537"/>
            <p:cNvSpPr>
              <a:spLocks/>
            </p:cNvSpPr>
            <p:nvPr/>
          </p:nvSpPr>
          <p:spPr bwMode="auto">
            <a:xfrm>
              <a:off x="4485" y="1189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" name="Freeform 6538"/>
            <p:cNvSpPr>
              <a:spLocks/>
            </p:cNvSpPr>
            <p:nvPr/>
          </p:nvSpPr>
          <p:spPr bwMode="auto">
            <a:xfrm>
              <a:off x="4399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" name="Freeform 6539"/>
            <p:cNvSpPr>
              <a:spLocks/>
            </p:cNvSpPr>
            <p:nvPr/>
          </p:nvSpPr>
          <p:spPr bwMode="auto">
            <a:xfrm>
              <a:off x="4313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6" name="Freeform 6540"/>
            <p:cNvSpPr>
              <a:spLocks/>
            </p:cNvSpPr>
            <p:nvPr/>
          </p:nvSpPr>
          <p:spPr bwMode="auto">
            <a:xfrm>
              <a:off x="4227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7" name="Freeform 6541"/>
            <p:cNvSpPr>
              <a:spLocks/>
            </p:cNvSpPr>
            <p:nvPr/>
          </p:nvSpPr>
          <p:spPr bwMode="auto">
            <a:xfrm>
              <a:off x="4140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8" name="Freeform 6542"/>
            <p:cNvSpPr>
              <a:spLocks/>
            </p:cNvSpPr>
            <p:nvPr/>
          </p:nvSpPr>
          <p:spPr bwMode="auto">
            <a:xfrm>
              <a:off x="4054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9" name="Freeform 6543"/>
            <p:cNvSpPr>
              <a:spLocks/>
            </p:cNvSpPr>
            <p:nvPr/>
          </p:nvSpPr>
          <p:spPr bwMode="auto">
            <a:xfrm>
              <a:off x="3968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0" name="Freeform 6544"/>
            <p:cNvSpPr>
              <a:spLocks/>
            </p:cNvSpPr>
            <p:nvPr/>
          </p:nvSpPr>
          <p:spPr bwMode="auto">
            <a:xfrm>
              <a:off x="3882" y="1189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1" name="Freeform 6545"/>
            <p:cNvSpPr>
              <a:spLocks/>
            </p:cNvSpPr>
            <p:nvPr/>
          </p:nvSpPr>
          <p:spPr bwMode="auto">
            <a:xfrm>
              <a:off x="3796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2" name="Freeform 6546"/>
            <p:cNvSpPr>
              <a:spLocks/>
            </p:cNvSpPr>
            <p:nvPr/>
          </p:nvSpPr>
          <p:spPr bwMode="auto">
            <a:xfrm>
              <a:off x="3709" y="1189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3" name="Freeform 6547"/>
            <p:cNvSpPr>
              <a:spLocks/>
            </p:cNvSpPr>
            <p:nvPr/>
          </p:nvSpPr>
          <p:spPr bwMode="auto">
            <a:xfrm>
              <a:off x="3623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4" name="Freeform 6548"/>
            <p:cNvSpPr>
              <a:spLocks/>
            </p:cNvSpPr>
            <p:nvPr/>
          </p:nvSpPr>
          <p:spPr bwMode="auto">
            <a:xfrm>
              <a:off x="3537" y="1189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" name="Freeform 6549"/>
            <p:cNvSpPr>
              <a:spLocks/>
            </p:cNvSpPr>
            <p:nvPr/>
          </p:nvSpPr>
          <p:spPr bwMode="auto">
            <a:xfrm>
              <a:off x="3451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6" name="Freeform 6550"/>
            <p:cNvSpPr>
              <a:spLocks/>
            </p:cNvSpPr>
            <p:nvPr/>
          </p:nvSpPr>
          <p:spPr bwMode="auto">
            <a:xfrm>
              <a:off x="3365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7" name="Freeform 6551"/>
            <p:cNvSpPr>
              <a:spLocks/>
            </p:cNvSpPr>
            <p:nvPr/>
          </p:nvSpPr>
          <p:spPr bwMode="auto">
            <a:xfrm>
              <a:off x="3279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8" name="Freeform 6552"/>
            <p:cNvSpPr>
              <a:spLocks/>
            </p:cNvSpPr>
            <p:nvPr/>
          </p:nvSpPr>
          <p:spPr bwMode="auto">
            <a:xfrm>
              <a:off x="3192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9" name="Freeform 6553"/>
            <p:cNvSpPr>
              <a:spLocks/>
            </p:cNvSpPr>
            <p:nvPr/>
          </p:nvSpPr>
          <p:spPr bwMode="auto">
            <a:xfrm>
              <a:off x="3106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0" name="Freeform 6554"/>
            <p:cNvSpPr>
              <a:spLocks/>
            </p:cNvSpPr>
            <p:nvPr/>
          </p:nvSpPr>
          <p:spPr bwMode="auto">
            <a:xfrm>
              <a:off x="3020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1" name="Freeform 6555"/>
            <p:cNvSpPr>
              <a:spLocks/>
            </p:cNvSpPr>
            <p:nvPr/>
          </p:nvSpPr>
          <p:spPr bwMode="auto">
            <a:xfrm>
              <a:off x="2934" y="1189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2" name="Freeform 6556"/>
            <p:cNvSpPr>
              <a:spLocks/>
            </p:cNvSpPr>
            <p:nvPr/>
          </p:nvSpPr>
          <p:spPr bwMode="auto">
            <a:xfrm>
              <a:off x="2848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3" name="Freeform 6557"/>
            <p:cNvSpPr>
              <a:spLocks/>
            </p:cNvSpPr>
            <p:nvPr/>
          </p:nvSpPr>
          <p:spPr bwMode="auto">
            <a:xfrm>
              <a:off x="2761" y="1189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4" name="Freeform 6558"/>
            <p:cNvSpPr>
              <a:spLocks/>
            </p:cNvSpPr>
            <p:nvPr/>
          </p:nvSpPr>
          <p:spPr bwMode="auto">
            <a:xfrm>
              <a:off x="1555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5" name="Freeform 6559"/>
            <p:cNvSpPr>
              <a:spLocks/>
            </p:cNvSpPr>
            <p:nvPr/>
          </p:nvSpPr>
          <p:spPr bwMode="auto">
            <a:xfrm>
              <a:off x="1469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6" name="Freeform 6560"/>
            <p:cNvSpPr>
              <a:spLocks/>
            </p:cNvSpPr>
            <p:nvPr/>
          </p:nvSpPr>
          <p:spPr bwMode="auto">
            <a:xfrm>
              <a:off x="1383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7" name="Freeform 6561"/>
            <p:cNvSpPr>
              <a:spLocks/>
            </p:cNvSpPr>
            <p:nvPr/>
          </p:nvSpPr>
          <p:spPr bwMode="auto">
            <a:xfrm>
              <a:off x="1296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8" name="Freeform 6562"/>
            <p:cNvSpPr>
              <a:spLocks/>
            </p:cNvSpPr>
            <p:nvPr/>
          </p:nvSpPr>
          <p:spPr bwMode="auto">
            <a:xfrm>
              <a:off x="1210" y="1189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9" name="Freeform 6563"/>
            <p:cNvSpPr>
              <a:spLocks/>
            </p:cNvSpPr>
            <p:nvPr/>
          </p:nvSpPr>
          <p:spPr bwMode="auto">
            <a:xfrm>
              <a:off x="1124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0" name="Freeform 6564"/>
            <p:cNvSpPr>
              <a:spLocks/>
            </p:cNvSpPr>
            <p:nvPr/>
          </p:nvSpPr>
          <p:spPr bwMode="auto">
            <a:xfrm>
              <a:off x="1038" y="1189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1" name="Freeform 6565"/>
            <p:cNvSpPr>
              <a:spLocks/>
            </p:cNvSpPr>
            <p:nvPr/>
          </p:nvSpPr>
          <p:spPr bwMode="auto">
            <a:xfrm>
              <a:off x="952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2" name="Freeform 6566"/>
            <p:cNvSpPr>
              <a:spLocks/>
            </p:cNvSpPr>
            <p:nvPr/>
          </p:nvSpPr>
          <p:spPr bwMode="auto">
            <a:xfrm>
              <a:off x="865" y="1189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3" name="Freeform 6567"/>
            <p:cNvSpPr>
              <a:spLocks/>
            </p:cNvSpPr>
            <p:nvPr/>
          </p:nvSpPr>
          <p:spPr bwMode="auto">
            <a:xfrm>
              <a:off x="779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4" name="Freeform 6568"/>
            <p:cNvSpPr>
              <a:spLocks/>
            </p:cNvSpPr>
            <p:nvPr/>
          </p:nvSpPr>
          <p:spPr bwMode="auto">
            <a:xfrm>
              <a:off x="693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5" name="Freeform 6569"/>
            <p:cNvSpPr>
              <a:spLocks/>
            </p:cNvSpPr>
            <p:nvPr/>
          </p:nvSpPr>
          <p:spPr bwMode="auto">
            <a:xfrm>
              <a:off x="607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6" name="Freeform 6570"/>
            <p:cNvSpPr>
              <a:spLocks/>
            </p:cNvSpPr>
            <p:nvPr/>
          </p:nvSpPr>
          <p:spPr bwMode="auto">
            <a:xfrm>
              <a:off x="521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7" name="Freeform 6571"/>
            <p:cNvSpPr>
              <a:spLocks/>
            </p:cNvSpPr>
            <p:nvPr/>
          </p:nvSpPr>
          <p:spPr bwMode="auto">
            <a:xfrm>
              <a:off x="435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8" name="Freeform 6572"/>
            <p:cNvSpPr>
              <a:spLocks/>
            </p:cNvSpPr>
            <p:nvPr/>
          </p:nvSpPr>
          <p:spPr bwMode="auto">
            <a:xfrm>
              <a:off x="348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9" name="Freeform 6573"/>
            <p:cNvSpPr>
              <a:spLocks/>
            </p:cNvSpPr>
            <p:nvPr/>
          </p:nvSpPr>
          <p:spPr bwMode="auto">
            <a:xfrm>
              <a:off x="262" y="1189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0" name="Freeform 6574"/>
            <p:cNvSpPr>
              <a:spLocks/>
            </p:cNvSpPr>
            <p:nvPr/>
          </p:nvSpPr>
          <p:spPr bwMode="auto">
            <a:xfrm>
              <a:off x="176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1" name="Freeform 6575"/>
            <p:cNvSpPr>
              <a:spLocks/>
            </p:cNvSpPr>
            <p:nvPr/>
          </p:nvSpPr>
          <p:spPr bwMode="auto">
            <a:xfrm>
              <a:off x="90" y="1189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2" name="Freeform 6576"/>
            <p:cNvSpPr>
              <a:spLocks/>
            </p:cNvSpPr>
            <p:nvPr/>
          </p:nvSpPr>
          <p:spPr bwMode="auto">
            <a:xfrm>
              <a:off x="7" y="1189"/>
              <a:ext cx="40" cy="43"/>
            </a:xfrm>
            <a:custGeom>
              <a:avLst/>
              <a:gdLst>
                <a:gd name="T0" fmla="*/ 0 w 40"/>
                <a:gd name="T1" fmla="*/ 43 h 43"/>
                <a:gd name="T2" fmla="*/ 0 w 40"/>
                <a:gd name="T3" fmla="*/ 0 h 43"/>
                <a:gd name="T4" fmla="*/ 40 w 40"/>
                <a:gd name="T5" fmla="*/ 0 h 43"/>
                <a:gd name="T6" fmla="*/ 40 w 40"/>
                <a:gd name="T7" fmla="*/ 43 h 43"/>
                <a:gd name="T8" fmla="*/ 0 w 40"/>
                <a:gd name="T9" fmla="*/ 43 h 43"/>
                <a:gd name="T10" fmla="*/ 0 w 40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43">
                  <a:moveTo>
                    <a:pt x="0" y="43"/>
                  </a:moveTo>
                  <a:lnTo>
                    <a:pt x="0" y="0"/>
                  </a:lnTo>
                  <a:lnTo>
                    <a:pt x="40" y="0"/>
                  </a:lnTo>
                  <a:lnTo>
                    <a:pt x="40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3" name="Freeform 6577"/>
            <p:cNvSpPr>
              <a:spLocks/>
            </p:cNvSpPr>
            <p:nvPr/>
          </p:nvSpPr>
          <p:spPr bwMode="auto">
            <a:xfrm>
              <a:off x="2503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4" name="Freeform 6578"/>
            <p:cNvSpPr>
              <a:spLocks/>
            </p:cNvSpPr>
            <p:nvPr/>
          </p:nvSpPr>
          <p:spPr bwMode="auto">
            <a:xfrm>
              <a:off x="2417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" name="Freeform 6579"/>
            <p:cNvSpPr>
              <a:spLocks/>
            </p:cNvSpPr>
            <p:nvPr/>
          </p:nvSpPr>
          <p:spPr bwMode="auto">
            <a:xfrm>
              <a:off x="2331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6" name="Freeform 6580"/>
            <p:cNvSpPr>
              <a:spLocks/>
            </p:cNvSpPr>
            <p:nvPr/>
          </p:nvSpPr>
          <p:spPr bwMode="auto">
            <a:xfrm>
              <a:off x="2244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7" name="Freeform 6581"/>
            <p:cNvSpPr>
              <a:spLocks/>
            </p:cNvSpPr>
            <p:nvPr/>
          </p:nvSpPr>
          <p:spPr bwMode="auto">
            <a:xfrm>
              <a:off x="2158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8" name="Freeform 6582"/>
            <p:cNvSpPr>
              <a:spLocks/>
            </p:cNvSpPr>
            <p:nvPr/>
          </p:nvSpPr>
          <p:spPr bwMode="auto">
            <a:xfrm>
              <a:off x="2072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9" name="Freeform 6583"/>
            <p:cNvSpPr>
              <a:spLocks/>
            </p:cNvSpPr>
            <p:nvPr/>
          </p:nvSpPr>
          <p:spPr bwMode="auto">
            <a:xfrm>
              <a:off x="1986" y="1189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0" name="Freeform 6584"/>
            <p:cNvSpPr>
              <a:spLocks/>
            </p:cNvSpPr>
            <p:nvPr/>
          </p:nvSpPr>
          <p:spPr bwMode="auto">
            <a:xfrm>
              <a:off x="1900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1" name="Freeform 6585"/>
            <p:cNvSpPr>
              <a:spLocks/>
            </p:cNvSpPr>
            <p:nvPr/>
          </p:nvSpPr>
          <p:spPr bwMode="auto">
            <a:xfrm>
              <a:off x="1813" y="1189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2" name="Freeform 6586"/>
            <p:cNvSpPr>
              <a:spLocks/>
            </p:cNvSpPr>
            <p:nvPr/>
          </p:nvSpPr>
          <p:spPr bwMode="auto">
            <a:xfrm>
              <a:off x="1727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3" name="Freeform 6587"/>
            <p:cNvSpPr>
              <a:spLocks/>
            </p:cNvSpPr>
            <p:nvPr/>
          </p:nvSpPr>
          <p:spPr bwMode="auto">
            <a:xfrm>
              <a:off x="1641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4" name="Freeform 6588"/>
            <p:cNvSpPr>
              <a:spLocks/>
            </p:cNvSpPr>
            <p:nvPr/>
          </p:nvSpPr>
          <p:spPr bwMode="auto">
            <a:xfrm>
              <a:off x="2675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5" name="Freeform 6589"/>
            <p:cNvSpPr>
              <a:spLocks/>
            </p:cNvSpPr>
            <p:nvPr/>
          </p:nvSpPr>
          <p:spPr bwMode="auto">
            <a:xfrm>
              <a:off x="2589" y="1189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19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6" name="Freeform 6590"/>
            <p:cNvSpPr>
              <a:spLocks/>
            </p:cNvSpPr>
            <p:nvPr/>
          </p:nvSpPr>
          <p:spPr bwMode="auto">
            <a:xfrm>
              <a:off x="5692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7" name="Freeform 6591"/>
            <p:cNvSpPr>
              <a:spLocks/>
            </p:cNvSpPr>
            <p:nvPr/>
          </p:nvSpPr>
          <p:spPr bwMode="auto">
            <a:xfrm>
              <a:off x="5605" y="1275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8" name="Freeform 6592"/>
            <p:cNvSpPr>
              <a:spLocks/>
            </p:cNvSpPr>
            <p:nvPr/>
          </p:nvSpPr>
          <p:spPr bwMode="auto">
            <a:xfrm>
              <a:off x="5519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9" name="Freeform 6593"/>
            <p:cNvSpPr>
              <a:spLocks/>
            </p:cNvSpPr>
            <p:nvPr/>
          </p:nvSpPr>
          <p:spPr bwMode="auto">
            <a:xfrm>
              <a:off x="5433" y="1275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0" name="Freeform 6594"/>
            <p:cNvSpPr>
              <a:spLocks/>
            </p:cNvSpPr>
            <p:nvPr/>
          </p:nvSpPr>
          <p:spPr bwMode="auto">
            <a:xfrm>
              <a:off x="5347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1" name="Freeform 6595"/>
            <p:cNvSpPr>
              <a:spLocks/>
            </p:cNvSpPr>
            <p:nvPr/>
          </p:nvSpPr>
          <p:spPr bwMode="auto">
            <a:xfrm>
              <a:off x="5261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2" name="Freeform 6596"/>
            <p:cNvSpPr>
              <a:spLocks/>
            </p:cNvSpPr>
            <p:nvPr/>
          </p:nvSpPr>
          <p:spPr bwMode="auto">
            <a:xfrm>
              <a:off x="5175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3" name="Freeform 6597"/>
            <p:cNvSpPr>
              <a:spLocks/>
            </p:cNvSpPr>
            <p:nvPr/>
          </p:nvSpPr>
          <p:spPr bwMode="auto">
            <a:xfrm>
              <a:off x="5088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4" name="Freeform 6598"/>
            <p:cNvSpPr>
              <a:spLocks/>
            </p:cNvSpPr>
            <p:nvPr/>
          </p:nvSpPr>
          <p:spPr bwMode="auto">
            <a:xfrm>
              <a:off x="5002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5" name="Freeform 6599"/>
            <p:cNvSpPr>
              <a:spLocks/>
            </p:cNvSpPr>
            <p:nvPr/>
          </p:nvSpPr>
          <p:spPr bwMode="auto">
            <a:xfrm>
              <a:off x="4916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" name="Freeform 6600"/>
            <p:cNvSpPr>
              <a:spLocks/>
            </p:cNvSpPr>
            <p:nvPr/>
          </p:nvSpPr>
          <p:spPr bwMode="auto">
            <a:xfrm>
              <a:off x="4830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7" name="Freeform 6601"/>
            <p:cNvSpPr>
              <a:spLocks/>
            </p:cNvSpPr>
            <p:nvPr/>
          </p:nvSpPr>
          <p:spPr bwMode="auto">
            <a:xfrm>
              <a:off x="4744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8" name="Freeform 6602"/>
            <p:cNvSpPr>
              <a:spLocks/>
            </p:cNvSpPr>
            <p:nvPr/>
          </p:nvSpPr>
          <p:spPr bwMode="auto">
            <a:xfrm>
              <a:off x="4657" y="1275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9" name="Freeform 6603"/>
            <p:cNvSpPr>
              <a:spLocks/>
            </p:cNvSpPr>
            <p:nvPr/>
          </p:nvSpPr>
          <p:spPr bwMode="auto">
            <a:xfrm>
              <a:off x="4571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0" name="Freeform 6604"/>
            <p:cNvSpPr>
              <a:spLocks/>
            </p:cNvSpPr>
            <p:nvPr/>
          </p:nvSpPr>
          <p:spPr bwMode="auto">
            <a:xfrm>
              <a:off x="4485" y="1275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1" name="Freeform 6605"/>
            <p:cNvSpPr>
              <a:spLocks/>
            </p:cNvSpPr>
            <p:nvPr/>
          </p:nvSpPr>
          <p:spPr bwMode="auto">
            <a:xfrm>
              <a:off x="4399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2" name="Freeform 6606"/>
            <p:cNvSpPr>
              <a:spLocks/>
            </p:cNvSpPr>
            <p:nvPr/>
          </p:nvSpPr>
          <p:spPr bwMode="auto">
            <a:xfrm>
              <a:off x="4313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3" name="Freeform 6607"/>
            <p:cNvSpPr>
              <a:spLocks/>
            </p:cNvSpPr>
            <p:nvPr/>
          </p:nvSpPr>
          <p:spPr bwMode="auto">
            <a:xfrm>
              <a:off x="4227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4" name="Freeform 6608"/>
            <p:cNvSpPr>
              <a:spLocks/>
            </p:cNvSpPr>
            <p:nvPr/>
          </p:nvSpPr>
          <p:spPr bwMode="auto">
            <a:xfrm>
              <a:off x="4140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5" name="Freeform 6609"/>
            <p:cNvSpPr>
              <a:spLocks/>
            </p:cNvSpPr>
            <p:nvPr/>
          </p:nvSpPr>
          <p:spPr bwMode="auto">
            <a:xfrm>
              <a:off x="4054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" name="Freeform 6610"/>
            <p:cNvSpPr>
              <a:spLocks/>
            </p:cNvSpPr>
            <p:nvPr/>
          </p:nvSpPr>
          <p:spPr bwMode="auto">
            <a:xfrm>
              <a:off x="3968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7" name="Freeform 6611"/>
            <p:cNvSpPr>
              <a:spLocks/>
            </p:cNvSpPr>
            <p:nvPr/>
          </p:nvSpPr>
          <p:spPr bwMode="auto">
            <a:xfrm>
              <a:off x="3882" y="1275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8" name="Freeform 6612"/>
            <p:cNvSpPr>
              <a:spLocks/>
            </p:cNvSpPr>
            <p:nvPr/>
          </p:nvSpPr>
          <p:spPr bwMode="auto">
            <a:xfrm>
              <a:off x="3796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9" name="Freeform 6613"/>
            <p:cNvSpPr>
              <a:spLocks/>
            </p:cNvSpPr>
            <p:nvPr/>
          </p:nvSpPr>
          <p:spPr bwMode="auto">
            <a:xfrm>
              <a:off x="3709" y="1275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0" name="Freeform 6614"/>
            <p:cNvSpPr>
              <a:spLocks/>
            </p:cNvSpPr>
            <p:nvPr/>
          </p:nvSpPr>
          <p:spPr bwMode="auto">
            <a:xfrm>
              <a:off x="3623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1" name="Freeform 6615"/>
            <p:cNvSpPr>
              <a:spLocks/>
            </p:cNvSpPr>
            <p:nvPr/>
          </p:nvSpPr>
          <p:spPr bwMode="auto">
            <a:xfrm>
              <a:off x="3537" y="1275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2" name="Freeform 6616"/>
            <p:cNvSpPr>
              <a:spLocks/>
            </p:cNvSpPr>
            <p:nvPr/>
          </p:nvSpPr>
          <p:spPr bwMode="auto">
            <a:xfrm>
              <a:off x="3451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3" name="Freeform 6617"/>
            <p:cNvSpPr>
              <a:spLocks/>
            </p:cNvSpPr>
            <p:nvPr/>
          </p:nvSpPr>
          <p:spPr bwMode="auto">
            <a:xfrm>
              <a:off x="3365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4" name="Freeform 6618"/>
            <p:cNvSpPr>
              <a:spLocks/>
            </p:cNvSpPr>
            <p:nvPr/>
          </p:nvSpPr>
          <p:spPr bwMode="auto">
            <a:xfrm>
              <a:off x="3279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5" name="Freeform 6619"/>
            <p:cNvSpPr>
              <a:spLocks/>
            </p:cNvSpPr>
            <p:nvPr/>
          </p:nvSpPr>
          <p:spPr bwMode="auto">
            <a:xfrm>
              <a:off x="3192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" name="Freeform 6620"/>
            <p:cNvSpPr>
              <a:spLocks/>
            </p:cNvSpPr>
            <p:nvPr/>
          </p:nvSpPr>
          <p:spPr bwMode="auto">
            <a:xfrm>
              <a:off x="3106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" name="Freeform 6621"/>
            <p:cNvSpPr>
              <a:spLocks/>
            </p:cNvSpPr>
            <p:nvPr/>
          </p:nvSpPr>
          <p:spPr bwMode="auto">
            <a:xfrm>
              <a:off x="3020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" name="Freeform 6622"/>
            <p:cNvSpPr>
              <a:spLocks/>
            </p:cNvSpPr>
            <p:nvPr/>
          </p:nvSpPr>
          <p:spPr bwMode="auto">
            <a:xfrm>
              <a:off x="2934" y="1275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" name="Freeform 6623"/>
            <p:cNvSpPr>
              <a:spLocks/>
            </p:cNvSpPr>
            <p:nvPr/>
          </p:nvSpPr>
          <p:spPr bwMode="auto">
            <a:xfrm>
              <a:off x="2848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" name="Freeform 6624"/>
            <p:cNvSpPr>
              <a:spLocks/>
            </p:cNvSpPr>
            <p:nvPr/>
          </p:nvSpPr>
          <p:spPr bwMode="auto">
            <a:xfrm>
              <a:off x="2761" y="1275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1" name="Freeform 6625"/>
            <p:cNvSpPr>
              <a:spLocks/>
            </p:cNvSpPr>
            <p:nvPr/>
          </p:nvSpPr>
          <p:spPr bwMode="auto">
            <a:xfrm>
              <a:off x="1210" y="1275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2" name="Freeform 6626"/>
            <p:cNvSpPr>
              <a:spLocks/>
            </p:cNvSpPr>
            <p:nvPr/>
          </p:nvSpPr>
          <p:spPr bwMode="auto">
            <a:xfrm>
              <a:off x="1124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3" name="Freeform 6627"/>
            <p:cNvSpPr>
              <a:spLocks/>
            </p:cNvSpPr>
            <p:nvPr/>
          </p:nvSpPr>
          <p:spPr bwMode="auto">
            <a:xfrm>
              <a:off x="1038" y="1275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4" name="Freeform 6628"/>
            <p:cNvSpPr>
              <a:spLocks/>
            </p:cNvSpPr>
            <p:nvPr/>
          </p:nvSpPr>
          <p:spPr bwMode="auto">
            <a:xfrm>
              <a:off x="952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5" name="Freeform 6629"/>
            <p:cNvSpPr>
              <a:spLocks/>
            </p:cNvSpPr>
            <p:nvPr/>
          </p:nvSpPr>
          <p:spPr bwMode="auto">
            <a:xfrm>
              <a:off x="865" y="1275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6" name="Freeform 6630"/>
            <p:cNvSpPr>
              <a:spLocks/>
            </p:cNvSpPr>
            <p:nvPr/>
          </p:nvSpPr>
          <p:spPr bwMode="auto">
            <a:xfrm>
              <a:off x="779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" name="Freeform 6631"/>
            <p:cNvSpPr>
              <a:spLocks/>
            </p:cNvSpPr>
            <p:nvPr/>
          </p:nvSpPr>
          <p:spPr bwMode="auto">
            <a:xfrm>
              <a:off x="693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" name="Freeform 6632"/>
            <p:cNvSpPr>
              <a:spLocks/>
            </p:cNvSpPr>
            <p:nvPr/>
          </p:nvSpPr>
          <p:spPr bwMode="auto">
            <a:xfrm>
              <a:off x="607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" name="Freeform 6633"/>
            <p:cNvSpPr>
              <a:spLocks/>
            </p:cNvSpPr>
            <p:nvPr/>
          </p:nvSpPr>
          <p:spPr bwMode="auto">
            <a:xfrm>
              <a:off x="521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" name="Freeform 6634"/>
            <p:cNvSpPr>
              <a:spLocks/>
            </p:cNvSpPr>
            <p:nvPr/>
          </p:nvSpPr>
          <p:spPr bwMode="auto">
            <a:xfrm>
              <a:off x="435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1" name="Freeform 6635"/>
            <p:cNvSpPr>
              <a:spLocks/>
            </p:cNvSpPr>
            <p:nvPr/>
          </p:nvSpPr>
          <p:spPr bwMode="auto">
            <a:xfrm>
              <a:off x="348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2" name="Freeform 6636"/>
            <p:cNvSpPr>
              <a:spLocks/>
            </p:cNvSpPr>
            <p:nvPr/>
          </p:nvSpPr>
          <p:spPr bwMode="auto">
            <a:xfrm>
              <a:off x="262" y="1275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3" name="Freeform 6637"/>
            <p:cNvSpPr>
              <a:spLocks/>
            </p:cNvSpPr>
            <p:nvPr/>
          </p:nvSpPr>
          <p:spPr bwMode="auto">
            <a:xfrm>
              <a:off x="176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4" name="Freeform 6638"/>
            <p:cNvSpPr>
              <a:spLocks/>
            </p:cNvSpPr>
            <p:nvPr/>
          </p:nvSpPr>
          <p:spPr bwMode="auto">
            <a:xfrm>
              <a:off x="90" y="1275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5" name="Freeform 6639"/>
            <p:cNvSpPr>
              <a:spLocks/>
            </p:cNvSpPr>
            <p:nvPr/>
          </p:nvSpPr>
          <p:spPr bwMode="auto">
            <a:xfrm>
              <a:off x="7" y="1275"/>
              <a:ext cx="40" cy="43"/>
            </a:xfrm>
            <a:custGeom>
              <a:avLst/>
              <a:gdLst>
                <a:gd name="T0" fmla="*/ 0 w 40"/>
                <a:gd name="T1" fmla="*/ 43 h 43"/>
                <a:gd name="T2" fmla="*/ 0 w 40"/>
                <a:gd name="T3" fmla="*/ 0 h 43"/>
                <a:gd name="T4" fmla="*/ 40 w 40"/>
                <a:gd name="T5" fmla="*/ 0 h 43"/>
                <a:gd name="T6" fmla="*/ 40 w 40"/>
                <a:gd name="T7" fmla="*/ 43 h 43"/>
                <a:gd name="T8" fmla="*/ 0 w 40"/>
                <a:gd name="T9" fmla="*/ 43 h 43"/>
                <a:gd name="T10" fmla="*/ 0 w 40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43">
                  <a:moveTo>
                    <a:pt x="0" y="43"/>
                  </a:moveTo>
                  <a:lnTo>
                    <a:pt x="0" y="0"/>
                  </a:lnTo>
                  <a:lnTo>
                    <a:pt x="40" y="0"/>
                  </a:lnTo>
                  <a:lnTo>
                    <a:pt x="40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6" name="Freeform 6640"/>
            <p:cNvSpPr>
              <a:spLocks/>
            </p:cNvSpPr>
            <p:nvPr/>
          </p:nvSpPr>
          <p:spPr bwMode="auto">
            <a:xfrm>
              <a:off x="2503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" name="Freeform 6641"/>
            <p:cNvSpPr>
              <a:spLocks/>
            </p:cNvSpPr>
            <p:nvPr/>
          </p:nvSpPr>
          <p:spPr bwMode="auto">
            <a:xfrm>
              <a:off x="2417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8" name="Freeform 6642"/>
            <p:cNvSpPr>
              <a:spLocks/>
            </p:cNvSpPr>
            <p:nvPr/>
          </p:nvSpPr>
          <p:spPr bwMode="auto">
            <a:xfrm>
              <a:off x="2331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" name="Freeform 6643"/>
            <p:cNvSpPr>
              <a:spLocks/>
            </p:cNvSpPr>
            <p:nvPr/>
          </p:nvSpPr>
          <p:spPr bwMode="auto">
            <a:xfrm>
              <a:off x="2244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0" name="Freeform 6644"/>
            <p:cNvSpPr>
              <a:spLocks/>
            </p:cNvSpPr>
            <p:nvPr/>
          </p:nvSpPr>
          <p:spPr bwMode="auto">
            <a:xfrm>
              <a:off x="2158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1" name="Freeform 6645"/>
            <p:cNvSpPr>
              <a:spLocks/>
            </p:cNvSpPr>
            <p:nvPr/>
          </p:nvSpPr>
          <p:spPr bwMode="auto">
            <a:xfrm>
              <a:off x="1555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2" name="Freeform 6646"/>
            <p:cNvSpPr>
              <a:spLocks/>
            </p:cNvSpPr>
            <p:nvPr/>
          </p:nvSpPr>
          <p:spPr bwMode="auto">
            <a:xfrm>
              <a:off x="1469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3" name="Freeform 6647"/>
            <p:cNvSpPr>
              <a:spLocks/>
            </p:cNvSpPr>
            <p:nvPr/>
          </p:nvSpPr>
          <p:spPr bwMode="auto">
            <a:xfrm>
              <a:off x="1383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4" name="Freeform 6648"/>
            <p:cNvSpPr>
              <a:spLocks/>
            </p:cNvSpPr>
            <p:nvPr/>
          </p:nvSpPr>
          <p:spPr bwMode="auto">
            <a:xfrm>
              <a:off x="1296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5" name="Freeform 6649"/>
            <p:cNvSpPr>
              <a:spLocks/>
            </p:cNvSpPr>
            <p:nvPr/>
          </p:nvSpPr>
          <p:spPr bwMode="auto">
            <a:xfrm>
              <a:off x="2072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6" name="Freeform 6650"/>
            <p:cNvSpPr>
              <a:spLocks/>
            </p:cNvSpPr>
            <p:nvPr/>
          </p:nvSpPr>
          <p:spPr bwMode="auto">
            <a:xfrm>
              <a:off x="1986" y="1275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" name="Freeform 6651"/>
            <p:cNvSpPr>
              <a:spLocks/>
            </p:cNvSpPr>
            <p:nvPr/>
          </p:nvSpPr>
          <p:spPr bwMode="auto">
            <a:xfrm>
              <a:off x="1900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8" name="Freeform 6652"/>
            <p:cNvSpPr>
              <a:spLocks/>
            </p:cNvSpPr>
            <p:nvPr/>
          </p:nvSpPr>
          <p:spPr bwMode="auto">
            <a:xfrm>
              <a:off x="1813" y="1275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9" name="Freeform 6653"/>
            <p:cNvSpPr>
              <a:spLocks/>
            </p:cNvSpPr>
            <p:nvPr/>
          </p:nvSpPr>
          <p:spPr bwMode="auto">
            <a:xfrm>
              <a:off x="1727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0" name="Freeform 6654"/>
            <p:cNvSpPr>
              <a:spLocks/>
            </p:cNvSpPr>
            <p:nvPr/>
          </p:nvSpPr>
          <p:spPr bwMode="auto">
            <a:xfrm>
              <a:off x="1641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1" name="Freeform 6655"/>
            <p:cNvSpPr>
              <a:spLocks/>
            </p:cNvSpPr>
            <p:nvPr/>
          </p:nvSpPr>
          <p:spPr bwMode="auto">
            <a:xfrm>
              <a:off x="2675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2" name="Freeform 6656"/>
            <p:cNvSpPr>
              <a:spLocks/>
            </p:cNvSpPr>
            <p:nvPr/>
          </p:nvSpPr>
          <p:spPr bwMode="auto">
            <a:xfrm>
              <a:off x="2589" y="1275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6D7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3" name="Freeform 6657"/>
            <p:cNvSpPr>
              <a:spLocks/>
            </p:cNvSpPr>
            <p:nvPr/>
          </p:nvSpPr>
          <p:spPr bwMode="auto">
            <a:xfrm>
              <a:off x="5692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4" name="Freeform 6658"/>
            <p:cNvSpPr>
              <a:spLocks/>
            </p:cNvSpPr>
            <p:nvPr/>
          </p:nvSpPr>
          <p:spPr bwMode="auto">
            <a:xfrm>
              <a:off x="5605" y="1361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5" name="Freeform 6659"/>
            <p:cNvSpPr>
              <a:spLocks/>
            </p:cNvSpPr>
            <p:nvPr/>
          </p:nvSpPr>
          <p:spPr bwMode="auto">
            <a:xfrm>
              <a:off x="5519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" name="Freeform 6660"/>
            <p:cNvSpPr>
              <a:spLocks/>
            </p:cNvSpPr>
            <p:nvPr/>
          </p:nvSpPr>
          <p:spPr bwMode="auto">
            <a:xfrm>
              <a:off x="5433" y="1361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7" name="Freeform 6661"/>
            <p:cNvSpPr>
              <a:spLocks/>
            </p:cNvSpPr>
            <p:nvPr/>
          </p:nvSpPr>
          <p:spPr bwMode="auto">
            <a:xfrm>
              <a:off x="5347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" name="Freeform 6662"/>
            <p:cNvSpPr>
              <a:spLocks/>
            </p:cNvSpPr>
            <p:nvPr/>
          </p:nvSpPr>
          <p:spPr bwMode="auto">
            <a:xfrm>
              <a:off x="5261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9" name="Freeform 6663"/>
            <p:cNvSpPr>
              <a:spLocks/>
            </p:cNvSpPr>
            <p:nvPr/>
          </p:nvSpPr>
          <p:spPr bwMode="auto">
            <a:xfrm>
              <a:off x="5175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0" name="Freeform 6664"/>
            <p:cNvSpPr>
              <a:spLocks/>
            </p:cNvSpPr>
            <p:nvPr/>
          </p:nvSpPr>
          <p:spPr bwMode="auto">
            <a:xfrm>
              <a:off x="5088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1" name="Freeform 6665"/>
            <p:cNvSpPr>
              <a:spLocks/>
            </p:cNvSpPr>
            <p:nvPr/>
          </p:nvSpPr>
          <p:spPr bwMode="auto">
            <a:xfrm>
              <a:off x="5002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2" name="Freeform 6666"/>
            <p:cNvSpPr>
              <a:spLocks/>
            </p:cNvSpPr>
            <p:nvPr/>
          </p:nvSpPr>
          <p:spPr bwMode="auto">
            <a:xfrm>
              <a:off x="4916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3" name="Freeform 6667"/>
            <p:cNvSpPr>
              <a:spLocks/>
            </p:cNvSpPr>
            <p:nvPr/>
          </p:nvSpPr>
          <p:spPr bwMode="auto">
            <a:xfrm>
              <a:off x="4830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4" name="Freeform 6668"/>
            <p:cNvSpPr>
              <a:spLocks/>
            </p:cNvSpPr>
            <p:nvPr/>
          </p:nvSpPr>
          <p:spPr bwMode="auto">
            <a:xfrm>
              <a:off x="4744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5" name="Freeform 6669"/>
            <p:cNvSpPr>
              <a:spLocks/>
            </p:cNvSpPr>
            <p:nvPr/>
          </p:nvSpPr>
          <p:spPr bwMode="auto">
            <a:xfrm>
              <a:off x="4657" y="1361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" name="Freeform 6670"/>
            <p:cNvSpPr>
              <a:spLocks/>
            </p:cNvSpPr>
            <p:nvPr/>
          </p:nvSpPr>
          <p:spPr bwMode="auto">
            <a:xfrm>
              <a:off x="4571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" name="Freeform 6671"/>
            <p:cNvSpPr>
              <a:spLocks/>
            </p:cNvSpPr>
            <p:nvPr/>
          </p:nvSpPr>
          <p:spPr bwMode="auto">
            <a:xfrm>
              <a:off x="4485" y="1361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" name="Freeform 6672"/>
            <p:cNvSpPr>
              <a:spLocks/>
            </p:cNvSpPr>
            <p:nvPr/>
          </p:nvSpPr>
          <p:spPr bwMode="auto">
            <a:xfrm>
              <a:off x="4399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9" name="Freeform 6673"/>
            <p:cNvSpPr>
              <a:spLocks/>
            </p:cNvSpPr>
            <p:nvPr/>
          </p:nvSpPr>
          <p:spPr bwMode="auto">
            <a:xfrm>
              <a:off x="4313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0" name="Freeform 6674"/>
            <p:cNvSpPr>
              <a:spLocks/>
            </p:cNvSpPr>
            <p:nvPr/>
          </p:nvSpPr>
          <p:spPr bwMode="auto">
            <a:xfrm>
              <a:off x="4227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1" name="Freeform 6675"/>
            <p:cNvSpPr>
              <a:spLocks/>
            </p:cNvSpPr>
            <p:nvPr/>
          </p:nvSpPr>
          <p:spPr bwMode="auto">
            <a:xfrm>
              <a:off x="4140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2" name="Freeform 6676"/>
            <p:cNvSpPr>
              <a:spLocks/>
            </p:cNvSpPr>
            <p:nvPr/>
          </p:nvSpPr>
          <p:spPr bwMode="auto">
            <a:xfrm>
              <a:off x="4054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3" name="Freeform 6677"/>
            <p:cNvSpPr>
              <a:spLocks/>
            </p:cNvSpPr>
            <p:nvPr/>
          </p:nvSpPr>
          <p:spPr bwMode="auto">
            <a:xfrm>
              <a:off x="3968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4" name="Freeform 6678"/>
            <p:cNvSpPr>
              <a:spLocks/>
            </p:cNvSpPr>
            <p:nvPr/>
          </p:nvSpPr>
          <p:spPr bwMode="auto">
            <a:xfrm>
              <a:off x="3882" y="1361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5" name="Freeform 6679"/>
            <p:cNvSpPr>
              <a:spLocks/>
            </p:cNvSpPr>
            <p:nvPr/>
          </p:nvSpPr>
          <p:spPr bwMode="auto">
            <a:xfrm>
              <a:off x="3796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6" name="Freeform 6680"/>
            <p:cNvSpPr>
              <a:spLocks/>
            </p:cNvSpPr>
            <p:nvPr/>
          </p:nvSpPr>
          <p:spPr bwMode="auto">
            <a:xfrm>
              <a:off x="3709" y="1361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7" name="Freeform 6681"/>
            <p:cNvSpPr>
              <a:spLocks/>
            </p:cNvSpPr>
            <p:nvPr/>
          </p:nvSpPr>
          <p:spPr bwMode="auto">
            <a:xfrm>
              <a:off x="3623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" name="Freeform 6682"/>
            <p:cNvSpPr>
              <a:spLocks/>
            </p:cNvSpPr>
            <p:nvPr/>
          </p:nvSpPr>
          <p:spPr bwMode="auto">
            <a:xfrm>
              <a:off x="3537" y="1361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9" name="Freeform 6683"/>
            <p:cNvSpPr>
              <a:spLocks/>
            </p:cNvSpPr>
            <p:nvPr/>
          </p:nvSpPr>
          <p:spPr bwMode="auto">
            <a:xfrm>
              <a:off x="3451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0" name="Freeform 6684"/>
            <p:cNvSpPr>
              <a:spLocks/>
            </p:cNvSpPr>
            <p:nvPr/>
          </p:nvSpPr>
          <p:spPr bwMode="auto">
            <a:xfrm>
              <a:off x="3365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1" name="Freeform 6685"/>
            <p:cNvSpPr>
              <a:spLocks/>
            </p:cNvSpPr>
            <p:nvPr/>
          </p:nvSpPr>
          <p:spPr bwMode="auto">
            <a:xfrm>
              <a:off x="3279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2" name="Freeform 6686"/>
            <p:cNvSpPr>
              <a:spLocks/>
            </p:cNvSpPr>
            <p:nvPr/>
          </p:nvSpPr>
          <p:spPr bwMode="auto">
            <a:xfrm>
              <a:off x="3192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3" name="Freeform 6687"/>
            <p:cNvSpPr>
              <a:spLocks/>
            </p:cNvSpPr>
            <p:nvPr/>
          </p:nvSpPr>
          <p:spPr bwMode="auto">
            <a:xfrm>
              <a:off x="3106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4" name="Freeform 6688"/>
            <p:cNvSpPr>
              <a:spLocks/>
            </p:cNvSpPr>
            <p:nvPr/>
          </p:nvSpPr>
          <p:spPr bwMode="auto">
            <a:xfrm>
              <a:off x="3020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5" name="Freeform 6689"/>
            <p:cNvSpPr>
              <a:spLocks/>
            </p:cNvSpPr>
            <p:nvPr/>
          </p:nvSpPr>
          <p:spPr bwMode="auto">
            <a:xfrm>
              <a:off x="2934" y="1361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6" name="Freeform 6690"/>
            <p:cNvSpPr>
              <a:spLocks/>
            </p:cNvSpPr>
            <p:nvPr/>
          </p:nvSpPr>
          <p:spPr bwMode="auto">
            <a:xfrm>
              <a:off x="2848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7" name="Freeform 6691"/>
            <p:cNvSpPr>
              <a:spLocks/>
            </p:cNvSpPr>
            <p:nvPr/>
          </p:nvSpPr>
          <p:spPr bwMode="auto">
            <a:xfrm>
              <a:off x="2761" y="1361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" name="Freeform 6692"/>
            <p:cNvSpPr>
              <a:spLocks/>
            </p:cNvSpPr>
            <p:nvPr/>
          </p:nvSpPr>
          <p:spPr bwMode="auto">
            <a:xfrm>
              <a:off x="2503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9" name="Freeform 6693"/>
            <p:cNvSpPr>
              <a:spLocks/>
            </p:cNvSpPr>
            <p:nvPr/>
          </p:nvSpPr>
          <p:spPr bwMode="auto">
            <a:xfrm>
              <a:off x="2417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0" name="Freeform 6694"/>
            <p:cNvSpPr>
              <a:spLocks/>
            </p:cNvSpPr>
            <p:nvPr/>
          </p:nvSpPr>
          <p:spPr bwMode="auto">
            <a:xfrm>
              <a:off x="2675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1" name="Freeform 6695"/>
            <p:cNvSpPr>
              <a:spLocks/>
            </p:cNvSpPr>
            <p:nvPr/>
          </p:nvSpPr>
          <p:spPr bwMode="auto">
            <a:xfrm>
              <a:off x="2589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2" name="Freeform 6696"/>
            <p:cNvSpPr>
              <a:spLocks/>
            </p:cNvSpPr>
            <p:nvPr/>
          </p:nvSpPr>
          <p:spPr bwMode="auto">
            <a:xfrm>
              <a:off x="2331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3" name="Freeform 6697"/>
            <p:cNvSpPr>
              <a:spLocks/>
            </p:cNvSpPr>
            <p:nvPr/>
          </p:nvSpPr>
          <p:spPr bwMode="auto">
            <a:xfrm>
              <a:off x="2244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4" name="Freeform 6698"/>
            <p:cNvSpPr>
              <a:spLocks/>
            </p:cNvSpPr>
            <p:nvPr/>
          </p:nvSpPr>
          <p:spPr bwMode="auto">
            <a:xfrm>
              <a:off x="2158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5" name="Freeform 6699"/>
            <p:cNvSpPr>
              <a:spLocks/>
            </p:cNvSpPr>
            <p:nvPr/>
          </p:nvSpPr>
          <p:spPr bwMode="auto">
            <a:xfrm>
              <a:off x="2072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6" name="Freeform 6700"/>
            <p:cNvSpPr>
              <a:spLocks/>
            </p:cNvSpPr>
            <p:nvPr/>
          </p:nvSpPr>
          <p:spPr bwMode="auto">
            <a:xfrm>
              <a:off x="1986" y="1361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5CA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7" name="Freeform 6701"/>
            <p:cNvSpPr>
              <a:spLocks/>
            </p:cNvSpPr>
            <p:nvPr/>
          </p:nvSpPr>
          <p:spPr bwMode="auto">
            <a:xfrm>
              <a:off x="1900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5CA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8" name="Freeform 6702"/>
            <p:cNvSpPr>
              <a:spLocks/>
            </p:cNvSpPr>
            <p:nvPr/>
          </p:nvSpPr>
          <p:spPr bwMode="auto">
            <a:xfrm>
              <a:off x="1813" y="1361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5CA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9" name="Freeform 6703"/>
            <p:cNvSpPr>
              <a:spLocks/>
            </p:cNvSpPr>
            <p:nvPr/>
          </p:nvSpPr>
          <p:spPr bwMode="auto">
            <a:xfrm>
              <a:off x="1727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5CA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0" name="Freeform 6704"/>
            <p:cNvSpPr>
              <a:spLocks/>
            </p:cNvSpPr>
            <p:nvPr/>
          </p:nvSpPr>
          <p:spPr bwMode="auto">
            <a:xfrm>
              <a:off x="1641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5CA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1" name="Freeform 6705"/>
            <p:cNvSpPr>
              <a:spLocks/>
            </p:cNvSpPr>
            <p:nvPr/>
          </p:nvSpPr>
          <p:spPr bwMode="auto">
            <a:xfrm>
              <a:off x="1555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2" name="Freeform 6706"/>
            <p:cNvSpPr>
              <a:spLocks/>
            </p:cNvSpPr>
            <p:nvPr/>
          </p:nvSpPr>
          <p:spPr bwMode="auto">
            <a:xfrm>
              <a:off x="1469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3" name="Freeform 6707"/>
            <p:cNvSpPr>
              <a:spLocks/>
            </p:cNvSpPr>
            <p:nvPr/>
          </p:nvSpPr>
          <p:spPr bwMode="auto">
            <a:xfrm>
              <a:off x="1383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4" name="Freeform 6708"/>
            <p:cNvSpPr>
              <a:spLocks/>
            </p:cNvSpPr>
            <p:nvPr/>
          </p:nvSpPr>
          <p:spPr bwMode="auto">
            <a:xfrm>
              <a:off x="1296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5" name="Freeform 6709"/>
            <p:cNvSpPr>
              <a:spLocks/>
            </p:cNvSpPr>
            <p:nvPr/>
          </p:nvSpPr>
          <p:spPr bwMode="auto">
            <a:xfrm>
              <a:off x="1210" y="1361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6" name="Freeform 6710"/>
            <p:cNvSpPr>
              <a:spLocks/>
            </p:cNvSpPr>
            <p:nvPr/>
          </p:nvSpPr>
          <p:spPr bwMode="auto">
            <a:xfrm>
              <a:off x="1124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7" name="Freeform 6711"/>
            <p:cNvSpPr>
              <a:spLocks/>
            </p:cNvSpPr>
            <p:nvPr/>
          </p:nvSpPr>
          <p:spPr bwMode="auto">
            <a:xfrm>
              <a:off x="1038" y="1361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8" name="Freeform 6712"/>
            <p:cNvSpPr>
              <a:spLocks/>
            </p:cNvSpPr>
            <p:nvPr/>
          </p:nvSpPr>
          <p:spPr bwMode="auto">
            <a:xfrm>
              <a:off x="952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9" name="Freeform 6713"/>
            <p:cNvSpPr>
              <a:spLocks/>
            </p:cNvSpPr>
            <p:nvPr/>
          </p:nvSpPr>
          <p:spPr bwMode="auto">
            <a:xfrm>
              <a:off x="865" y="1361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0" name="Freeform 6714"/>
            <p:cNvSpPr>
              <a:spLocks/>
            </p:cNvSpPr>
            <p:nvPr/>
          </p:nvSpPr>
          <p:spPr bwMode="auto">
            <a:xfrm>
              <a:off x="779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1" name="Freeform 6715"/>
            <p:cNvSpPr>
              <a:spLocks/>
            </p:cNvSpPr>
            <p:nvPr/>
          </p:nvSpPr>
          <p:spPr bwMode="auto">
            <a:xfrm>
              <a:off x="693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2" name="Freeform 6716"/>
            <p:cNvSpPr>
              <a:spLocks/>
            </p:cNvSpPr>
            <p:nvPr/>
          </p:nvSpPr>
          <p:spPr bwMode="auto">
            <a:xfrm>
              <a:off x="607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3" name="Freeform 6717"/>
            <p:cNvSpPr>
              <a:spLocks/>
            </p:cNvSpPr>
            <p:nvPr/>
          </p:nvSpPr>
          <p:spPr bwMode="auto">
            <a:xfrm>
              <a:off x="521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4" name="Freeform 6718"/>
            <p:cNvSpPr>
              <a:spLocks/>
            </p:cNvSpPr>
            <p:nvPr/>
          </p:nvSpPr>
          <p:spPr bwMode="auto">
            <a:xfrm>
              <a:off x="435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5" name="Freeform 6719"/>
            <p:cNvSpPr>
              <a:spLocks/>
            </p:cNvSpPr>
            <p:nvPr/>
          </p:nvSpPr>
          <p:spPr bwMode="auto">
            <a:xfrm>
              <a:off x="348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6" name="Freeform 6721"/>
            <p:cNvSpPr>
              <a:spLocks/>
            </p:cNvSpPr>
            <p:nvPr/>
          </p:nvSpPr>
          <p:spPr bwMode="auto">
            <a:xfrm>
              <a:off x="262" y="1361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7" name="Freeform 6722"/>
            <p:cNvSpPr>
              <a:spLocks/>
            </p:cNvSpPr>
            <p:nvPr/>
          </p:nvSpPr>
          <p:spPr bwMode="auto">
            <a:xfrm>
              <a:off x="176" y="1361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8" name="Freeform 6723"/>
            <p:cNvSpPr>
              <a:spLocks/>
            </p:cNvSpPr>
            <p:nvPr/>
          </p:nvSpPr>
          <p:spPr bwMode="auto">
            <a:xfrm>
              <a:off x="90" y="1361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9" name="Freeform 6724"/>
            <p:cNvSpPr>
              <a:spLocks/>
            </p:cNvSpPr>
            <p:nvPr/>
          </p:nvSpPr>
          <p:spPr bwMode="auto">
            <a:xfrm>
              <a:off x="7" y="1361"/>
              <a:ext cx="40" cy="43"/>
            </a:xfrm>
            <a:custGeom>
              <a:avLst/>
              <a:gdLst>
                <a:gd name="T0" fmla="*/ 0 w 40"/>
                <a:gd name="T1" fmla="*/ 43 h 43"/>
                <a:gd name="T2" fmla="*/ 0 w 40"/>
                <a:gd name="T3" fmla="*/ 0 h 43"/>
                <a:gd name="T4" fmla="*/ 40 w 40"/>
                <a:gd name="T5" fmla="*/ 0 h 43"/>
                <a:gd name="T6" fmla="*/ 40 w 40"/>
                <a:gd name="T7" fmla="*/ 43 h 43"/>
                <a:gd name="T8" fmla="*/ 0 w 40"/>
                <a:gd name="T9" fmla="*/ 43 h 43"/>
                <a:gd name="T10" fmla="*/ 0 w 40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43">
                  <a:moveTo>
                    <a:pt x="0" y="43"/>
                  </a:moveTo>
                  <a:lnTo>
                    <a:pt x="0" y="0"/>
                  </a:lnTo>
                  <a:lnTo>
                    <a:pt x="40" y="0"/>
                  </a:lnTo>
                  <a:lnTo>
                    <a:pt x="40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0" name="Freeform 6725"/>
            <p:cNvSpPr>
              <a:spLocks/>
            </p:cNvSpPr>
            <p:nvPr/>
          </p:nvSpPr>
          <p:spPr bwMode="auto">
            <a:xfrm>
              <a:off x="5692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" name="Freeform 6726"/>
            <p:cNvSpPr>
              <a:spLocks/>
            </p:cNvSpPr>
            <p:nvPr/>
          </p:nvSpPr>
          <p:spPr bwMode="auto">
            <a:xfrm>
              <a:off x="5605" y="1447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" name="Freeform 6727"/>
            <p:cNvSpPr>
              <a:spLocks/>
            </p:cNvSpPr>
            <p:nvPr/>
          </p:nvSpPr>
          <p:spPr bwMode="auto">
            <a:xfrm>
              <a:off x="5519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" name="Freeform 6728"/>
            <p:cNvSpPr>
              <a:spLocks/>
            </p:cNvSpPr>
            <p:nvPr/>
          </p:nvSpPr>
          <p:spPr bwMode="auto">
            <a:xfrm>
              <a:off x="5433" y="1447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" name="Freeform 6729"/>
            <p:cNvSpPr>
              <a:spLocks/>
            </p:cNvSpPr>
            <p:nvPr/>
          </p:nvSpPr>
          <p:spPr bwMode="auto">
            <a:xfrm>
              <a:off x="5347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" name="Freeform 6730"/>
            <p:cNvSpPr>
              <a:spLocks/>
            </p:cNvSpPr>
            <p:nvPr/>
          </p:nvSpPr>
          <p:spPr bwMode="auto">
            <a:xfrm>
              <a:off x="5261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6" name="Freeform 6731"/>
            <p:cNvSpPr>
              <a:spLocks/>
            </p:cNvSpPr>
            <p:nvPr/>
          </p:nvSpPr>
          <p:spPr bwMode="auto">
            <a:xfrm>
              <a:off x="5175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" name="Freeform 6732"/>
            <p:cNvSpPr>
              <a:spLocks/>
            </p:cNvSpPr>
            <p:nvPr/>
          </p:nvSpPr>
          <p:spPr bwMode="auto">
            <a:xfrm>
              <a:off x="5088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" name="Freeform 6733"/>
            <p:cNvSpPr>
              <a:spLocks/>
            </p:cNvSpPr>
            <p:nvPr/>
          </p:nvSpPr>
          <p:spPr bwMode="auto">
            <a:xfrm>
              <a:off x="5002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" name="Freeform 6734"/>
            <p:cNvSpPr>
              <a:spLocks/>
            </p:cNvSpPr>
            <p:nvPr/>
          </p:nvSpPr>
          <p:spPr bwMode="auto">
            <a:xfrm>
              <a:off x="4916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" name="Freeform 6735"/>
            <p:cNvSpPr>
              <a:spLocks/>
            </p:cNvSpPr>
            <p:nvPr/>
          </p:nvSpPr>
          <p:spPr bwMode="auto">
            <a:xfrm>
              <a:off x="4830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" name="Freeform 6736"/>
            <p:cNvSpPr>
              <a:spLocks/>
            </p:cNvSpPr>
            <p:nvPr/>
          </p:nvSpPr>
          <p:spPr bwMode="auto">
            <a:xfrm>
              <a:off x="4744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" name="Freeform 6737"/>
            <p:cNvSpPr>
              <a:spLocks/>
            </p:cNvSpPr>
            <p:nvPr/>
          </p:nvSpPr>
          <p:spPr bwMode="auto">
            <a:xfrm>
              <a:off x="4657" y="1447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" name="Freeform 6738"/>
            <p:cNvSpPr>
              <a:spLocks/>
            </p:cNvSpPr>
            <p:nvPr/>
          </p:nvSpPr>
          <p:spPr bwMode="auto">
            <a:xfrm>
              <a:off x="4571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" name="Freeform 6739"/>
            <p:cNvSpPr>
              <a:spLocks/>
            </p:cNvSpPr>
            <p:nvPr/>
          </p:nvSpPr>
          <p:spPr bwMode="auto">
            <a:xfrm>
              <a:off x="4485" y="1447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" name="Freeform 6740"/>
            <p:cNvSpPr>
              <a:spLocks/>
            </p:cNvSpPr>
            <p:nvPr/>
          </p:nvSpPr>
          <p:spPr bwMode="auto">
            <a:xfrm>
              <a:off x="4399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" name="Freeform 6741"/>
            <p:cNvSpPr>
              <a:spLocks/>
            </p:cNvSpPr>
            <p:nvPr/>
          </p:nvSpPr>
          <p:spPr bwMode="auto">
            <a:xfrm>
              <a:off x="4313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" name="Freeform 6742"/>
            <p:cNvSpPr>
              <a:spLocks/>
            </p:cNvSpPr>
            <p:nvPr/>
          </p:nvSpPr>
          <p:spPr bwMode="auto">
            <a:xfrm>
              <a:off x="4227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" name="Freeform 6743"/>
            <p:cNvSpPr>
              <a:spLocks/>
            </p:cNvSpPr>
            <p:nvPr/>
          </p:nvSpPr>
          <p:spPr bwMode="auto">
            <a:xfrm>
              <a:off x="4140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9" name="Freeform 6744"/>
            <p:cNvSpPr>
              <a:spLocks/>
            </p:cNvSpPr>
            <p:nvPr/>
          </p:nvSpPr>
          <p:spPr bwMode="auto">
            <a:xfrm>
              <a:off x="4054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0" name="Freeform 6745"/>
            <p:cNvSpPr>
              <a:spLocks/>
            </p:cNvSpPr>
            <p:nvPr/>
          </p:nvSpPr>
          <p:spPr bwMode="auto">
            <a:xfrm>
              <a:off x="3968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1" name="Freeform 6746"/>
            <p:cNvSpPr>
              <a:spLocks/>
            </p:cNvSpPr>
            <p:nvPr/>
          </p:nvSpPr>
          <p:spPr bwMode="auto">
            <a:xfrm>
              <a:off x="3882" y="1447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2" name="Freeform 6747"/>
            <p:cNvSpPr>
              <a:spLocks/>
            </p:cNvSpPr>
            <p:nvPr/>
          </p:nvSpPr>
          <p:spPr bwMode="auto">
            <a:xfrm>
              <a:off x="3796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3" name="Freeform 6748"/>
            <p:cNvSpPr>
              <a:spLocks/>
            </p:cNvSpPr>
            <p:nvPr/>
          </p:nvSpPr>
          <p:spPr bwMode="auto">
            <a:xfrm>
              <a:off x="3709" y="1447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4" name="Freeform 6749"/>
            <p:cNvSpPr>
              <a:spLocks/>
            </p:cNvSpPr>
            <p:nvPr/>
          </p:nvSpPr>
          <p:spPr bwMode="auto">
            <a:xfrm>
              <a:off x="3623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5" name="Freeform 6750"/>
            <p:cNvSpPr>
              <a:spLocks/>
            </p:cNvSpPr>
            <p:nvPr/>
          </p:nvSpPr>
          <p:spPr bwMode="auto">
            <a:xfrm>
              <a:off x="3537" y="1447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6" name="Freeform 6751"/>
            <p:cNvSpPr>
              <a:spLocks/>
            </p:cNvSpPr>
            <p:nvPr/>
          </p:nvSpPr>
          <p:spPr bwMode="auto">
            <a:xfrm>
              <a:off x="3451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7" name="Freeform 6752"/>
            <p:cNvSpPr>
              <a:spLocks/>
            </p:cNvSpPr>
            <p:nvPr/>
          </p:nvSpPr>
          <p:spPr bwMode="auto">
            <a:xfrm>
              <a:off x="3365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8" name="Freeform 6753"/>
            <p:cNvSpPr>
              <a:spLocks/>
            </p:cNvSpPr>
            <p:nvPr/>
          </p:nvSpPr>
          <p:spPr bwMode="auto">
            <a:xfrm>
              <a:off x="3279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9" name="Freeform 6754"/>
            <p:cNvSpPr>
              <a:spLocks/>
            </p:cNvSpPr>
            <p:nvPr/>
          </p:nvSpPr>
          <p:spPr bwMode="auto">
            <a:xfrm>
              <a:off x="3192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0" name="Freeform 6755"/>
            <p:cNvSpPr>
              <a:spLocks/>
            </p:cNvSpPr>
            <p:nvPr/>
          </p:nvSpPr>
          <p:spPr bwMode="auto">
            <a:xfrm>
              <a:off x="3106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1" name="Freeform 6756"/>
            <p:cNvSpPr>
              <a:spLocks/>
            </p:cNvSpPr>
            <p:nvPr/>
          </p:nvSpPr>
          <p:spPr bwMode="auto">
            <a:xfrm>
              <a:off x="3020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2" name="Freeform 6757"/>
            <p:cNvSpPr>
              <a:spLocks/>
            </p:cNvSpPr>
            <p:nvPr/>
          </p:nvSpPr>
          <p:spPr bwMode="auto">
            <a:xfrm>
              <a:off x="2934" y="1447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3" name="Freeform 6758"/>
            <p:cNvSpPr>
              <a:spLocks/>
            </p:cNvSpPr>
            <p:nvPr/>
          </p:nvSpPr>
          <p:spPr bwMode="auto">
            <a:xfrm>
              <a:off x="2848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4" name="Freeform 6759"/>
            <p:cNvSpPr>
              <a:spLocks/>
            </p:cNvSpPr>
            <p:nvPr/>
          </p:nvSpPr>
          <p:spPr bwMode="auto">
            <a:xfrm>
              <a:off x="2761" y="1447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5" name="Freeform 6760"/>
            <p:cNvSpPr>
              <a:spLocks/>
            </p:cNvSpPr>
            <p:nvPr/>
          </p:nvSpPr>
          <p:spPr bwMode="auto">
            <a:xfrm>
              <a:off x="2675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6" name="Freeform 6761"/>
            <p:cNvSpPr>
              <a:spLocks/>
            </p:cNvSpPr>
            <p:nvPr/>
          </p:nvSpPr>
          <p:spPr bwMode="auto">
            <a:xfrm>
              <a:off x="2589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7" name="Freeform 6762"/>
            <p:cNvSpPr>
              <a:spLocks/>
            </p:cNvSpPr>
            <p:nvPr/>
          </p:nvSpPr>
          <p:spPr bwMode="auto">
            <a:xfrm>
              <a:off x="2503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8" name="Freeform 6763"/>
            <p:cNvSpPr>
              <a:spLocks/>
            </p:cNvSpPr>
            <p:nvPr/>
          </p:nvSpPr>
          <p:spPr bwMode="auto">
            <a:xfrm>
              <a:off x="2417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9" name="Freeform 6764"/>
            <p:cNvSpPr>
              <a:spLocks/>
            </p:cNvSpPr>
            <p:nvPr/>
          </p:nvSpPr>
          <p:spPr bwMode="auto">
            <a:xfrm>
              <a:off x="2331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0" name="Freeform 6765"/>
            <p:cNvSpPr>
              <a:spLocks/>
            </p:cNvSpPr>
            <p:nvPr/>
          </p:nvSpPr>
          <p:spPr bwMode="auto">
            <a:xfrm>
              <a:off x="2244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1" name="Freeform 6766"/>
            <p:cNvSpPr>
              <a:spLocks/>
            </p:cNvSpPr>
            <p:nvPr/>
          </p:nvSpPr>
          <p:spPr bwMode="auto">
            <a:xfrm>
              <a:off x="2158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2" name="Freeform 6767"/>
            <p:cNvSpPr>
              <a:spLocks/>
            </p:cNvSpPr>
            <p:nvPr/>
          </p:nvSpPr>
          <p:spPr bwMode="auto">
            <a:xfrm>
              <a:off x="2072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DDE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3" name="Freeform 6768"/>
            <p:cNvSpPr>
              <a:spLocks/>
            </p:cNvSpPr>
            <p:nvPr/>
          </p:nvSpPr>
          <p:spPr bwMode="auto">
            <a:xfrm>
              <a:off x="1986" y="1447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DDE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4" name="Freeform 6769"/>
            <p:cNvSpPr>
              <a:spLocks/>
            </p:cNvSpPr>
            <p:nvPr/>
          </p:nvSpPr>
          <p:spPr bwMode="auto">
            <a:xfrm>
              <a:off x="1900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DDE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5" name="Freeform 6770"/>
            <p:cNvSpPr>
              <a:spLocks/>
            </p:cNvSpPr>
            <p:nvPr/>
          </p:nvSpPr>
          <p:spPr bwMode="auto">
            <a:xfrm>
              <a:off x="1813" y="1447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DDE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6" name="Freeform 6771"/>
            <p:cNvSpPr>
              <a:spLocks/>
            </p:cNvSpPr>
            <p:nvPr/>
          </p:nvSpPr>
          <p:spPr bwMode="auto">
            <a:xfrm>
              <a:off x="1727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DDE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7" name="Freeform 6772"/>
            <p:cNvSpPr>
              <a:spLocks/>
            </p:cNvSpPr>
            <p:nvPr/>
          </p:nvSpPr>
          <p:spPr bwMode="auto">
            <a:xfrm>
              <a:off x="1641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DDE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8" name="Freeform 6773"/>
            <p:cNvSpPr>
              <a:spLocks/>
            </p:cNvSpPr>
            <p:nvPr/>
          </p:nvSpPr>
          <p:spPr bwMode="auto">
            <a:xfrm>
              <a:off x="1555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DDE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9" name="Freeform 6774"/>
            <p:cNvSpPr>
              <a:spLocks/>
            </p:cNvSpPr>
            <p:nvPr/>
          </p:nvSpPr>
          <p:spPr bwMode="auto">
            <a:xfrm>
              <a:off x="1469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DDE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" name="Freeform 6775"/>
            <p:cNvSpPr>
              <a:spLocks/>
            </p:cNvSpPr>
            <p:nvPr/>
          </p:nvSpPr>
          <p:spPr bwMode="auto">
            <a:xfrm>
              <a:off x="1383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1" name="Freeform 6776"/>
            <p:cNvSpPr>
              <a:spLocks/>
            </p:cNvSpPr>
            <p:nvPr/>
          </p:nvSpPr>
          <p:spPr bwMode="auto">
            <a:xfrm>
              <a:off x="1296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2" name="Freeform 6777"/>
            <p:cNvSpPr>
              <a:spLocks/>
            </p:cNvSpPr>
            <p:nvPr/>
          </p:nvSpPr>
          <p:spPr bwMode="auto">
            <a:xfrm>
              <a:off x="1210" y="1447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3" name="Freeform 6778"/>
            <p:cNvSpPr>
              <a:spLocks/>
            </p:cNvSpPr>
            <p:nvPr/>
          </p:nvSpPr>
          <p:spPr bwMode="auto">
            <a:xfrm>
              <a:off x="1124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4" name="Freeform 6779"/>
            <p:cNvSpPr>
              <a:spLocks/>
            </p:cNvSpPr>
            <p:nvPr/>
          </p:nvSpPr>
          <p:spPr bwMode="auto">
            <a:xfrm>
              <a:off x="1038" y="1447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5" name="Freeform 6780"/>
            <p:cNvSpPr>
              <a:spLocks/>
            </p:cNvSpPr>
            <p:nvPr/>
          </p:nvSpPr>
          <p:spPr bwMode="auto">
            <a:xfrm>
              <a:off x="952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6" name="Freeform 6781"/>
            <p:cNvSpPr>
              <a:spLocks/>
            </p:cNvSpPr>
            <p:nvPr/>
          </p:nvSpPr>
          <p:spPr bwMode="auto">
            <a:xfrm>
              <a:off x="865" y="1447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7" name="Freeform 6782"/>
            <p:cNvSpPr>
              <a:spLocks/>
            </p:cNvSpPr>
            <p:nvPr/>
          </p:nvSpPr>
          <p:spPr bwMode="auto">
            <a:xfrm>
              <a:off x="779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8" name="Freeform 6783"/>
            <p:cNvSpPr>
              <a:spLocks/>
            </p:cNvSpPr>
            <p:nvPr/>
          </p:nvSpPr>
          <p:spPr bwMode="auto">
            <a:xfrm>
              <a:off x="693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9" name="Freeform 6784"/>
            <p:cNvSpPr>
              <a:spLocks/>
            </p:cNvSpPr>
            <p:nvPr/>
          </p:nvSpPr>
          <p:spPr bwMode="auto">
            <a:xfrm>
              <a:off x="607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0" name="Freeform 6785"/>
            <p:cNvSpPr>
              <a:spLocks/>
            </p:cNvSpPr>
            <p:nvPr/>
          </p:nvSpPr>
          <p:spPr bwMode="auto">
            <a:xfrm>
              <a:off x="521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1" name="Freeform 6786"/>
            <p:cNvSpPr>
              <a:spLocks/>
            </p:cNvSpPr>
            <p:nvPr/>
          </p:nvSpPr>
          <p:spPr bwMode="auto">
            <a:xfrm>
              <a:off x="435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2" name="Freeform 6787"/>
            <p:cNvSpPr>
              <a:spLocks/>
            </p:cNvSpPr>
            <p:nvPr/>
          </p:nvSpPr>
          <p:spPr bwMode="auto">
            <a:xfrm>
              <a:off x="348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3" name="Freeform 6788"/>
            <p:cNvSpPr>
              <a:spLocks/>
            </p:cNvSpPr>
            <p:nvPr/>
          </p:nvSpPr>
          <p:spPr bwMode="auto">
            <a:xfrm>
              <a:off x="262" y="1447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4" name="Freeform 6789"/>
            <p:cNvSpPr>
              <a:spLocks/>
            </p:cNvSpPr>
            <p:nvPr/>
          </p:nvSpPr>
          <p:spPr bwMode="auto">
            <a:xfrm>
              <a:off x="176" y="1447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5" name="Freeform 6790"/>
            <p:cNvSpPr>
              <a:spLocks/>
            </p:cNvSpPr>
            <p:nvPr/>
          </p:nvSpPr>
          <p:spPr bwMode="auto">
            <a:xfrm>
              <a:off x="90" y="1447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6" name="Freeform 6791"/>
            <p:cNvSpPr>
              <a:spLocks/>
            </p:cNvSpPr>
            <p:nvPr/>
          </p:nvSpPr>
          <p:spPr bwMode="auto">
            <a:xfrm>
              <a:off x="7" y="1447"/>
              <a:ext cx="40" cy="43"/>
            </a:xfrm>
            <a:custGeom>
              <a:avLst/>
              <a:gdLst>
                <a:gd name="T0" fmla="*/ 0 w 40"/>
                <a:gd name="T1" fmla="*/ 43 h 43"/>
                <a:gd name="T2" fmla="*/ 0 w 40"/>
                <a:gd name="T3" fmla="*/ 0 h 43"/>
                <a:gd name="T4" fmla="*/ 40 w 40"/>
                <a:gd name="T5" fmla="*/ 0 h 43"/>
                <a:gd name="T6" fmla="*/ 40 w 40"/>
                <a:gd name="T7" fmla="*/ 43 h 43"/>
                <a:gd name="T8" fmla="*/ 0 w 40"/>
                <a:gd name="T9" fmla="*/ 43 h 43"/>
                <a:gd name="T10" fmla="*/ 0 w 40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43">
                  <a:moveTo>
                    <a:pt x="0" y="43"/>
                  </a:moveTo>
                  <a:lnTo>
                    <a:pt x="0" y="0"/>
                  </a:lnTo>
                  <a:lnTo>
                    <a:pt x="40" y="0"/>
                  </a:lnTo>
                  <a:lnTo>
                    <a:pt x="40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AAB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7" name="Freeform 6792"/>
            <p:cNvSpPr>
              <a:spLocks/>
            </p:cNvSpPr>
            <p:nvPr/>
          </p:nvSpPr>
          <p:spPr bwMode="auto">
            <a:xfrm>
              <a:off x="5692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8" name="Freeform 6793"/>
            <p:cNvSpPr>
              <a:spLocks/>
            </p:cNvSpPr>
            <p:nvPr/>
          </p:nvSpPr>
          <p:spPr bwMode="auto">
            <a:xfrm>
              <a:off x="5605" y="1533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9" name="Freeform 6794"/>
            <p:cNvSpPr>
              <a:spLocks/>
            </p:cNvSpPr>
            <p:nvPr/>
          </p:nvSpPr>
          <p:spPr bwMode="auto">
            <a:xfrm>
              <a:off x="5519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0" name="Freeform 6795"/>
            <p:cNvSpPr>
              <a:spLocks/>
            </p:cNvSpPr>
            <p:nvPr/>
          </p:nvSpPr>
          <p:spPr bwMode="auto">
            <a:xfrm>
              <a:off x="5433" y="1533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1" name="Freeform 6796"/>
            <p:cNvSpPr>
              <a:spLocks/>
            </p:cNvSpPr>
            <p:nvPr/>
          </p:nvSpPr>
          <p:spPr bwMode="auto">
            <a:xfrm>
              <a:off x="5347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2" name="Freeform 6797"/>
            <p:cNvSpPr>
              <a:spLocks/>
            </p:cNvSpPr>
            <p:nvPr/>
          </p:nvSpPr>
          <p:spPr bwMode="auto">
            <a:xfrm>
              <a:off x="5261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3" name="Freeform 6798"/>
            <p:cNvSpPr>
              <a:spLocks/>
            </p:cNvSpPr>
            <p:nvPr/>
          </p:nvSpPr>
          <p:spPr bwMode="auto">
            <a:xfrm>
              <a:off x="5175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4" name="Freeform 6799"/>
            <p:cNvSpPr>
              <a:spLocks/>
            </p:cNvSpPr>
            <p:nvPr/>
          </p:nvSpPr>
          <p:spPr bwMode="auto">
            <a:xfrm>
              <a:off x="5088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5" name="Freeform 6800"/>
            <p:cNvSpPr>
              <a:spLocks/>
            </p:cNvSpPr>
            <p:nvPr/>
          </p:nvSpPr>
          <p:spPr bwMode="auto">
            <a:xfrm>
              <a:off x="5002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6" name="Freeform 6801"/>
            <p:cNvSpPr>
              <a:spLocks/>
            </p:cNvSpPr>
            <p:nvPr/>
          </p:nvSpPr>
          <p:spPr bwMode="auto">
            <a:xfrm>
              <a:off x="4916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7" name="Freeform 6802"/>
            <p:cNvSpPr>
              <a:spLocks/>
            </p:cNvSpPr>
            <p:nvPr/>
          </p:nvSpPr>
          <p:spPr bwMode="auto">
            <a:xfrm>
              <a:off x="4830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8" name="Freeform 6803"/>
            <p:cNvSpPr>
              <a:spLocks/>
            </p:cNvSpPr>
            <p:nvPr/>
          </p:nvSpPr>
          <p:spPr bwMode="auto">
            <a:xfrm>
              <a:off x="4744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9" name="Freeform 6804"/>
            <p:cNvSpPr>
              <a:spLocks/>
            </p:cNvSpPr>
            <p:nvPr/>
          </p:nvSpPr>
          <p:spPr bwMode="auto">
            <a:xfrm>
              <a:off x="4657" y="1533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0" name="Freeform 6805"/>
            <p:cNvSpPr>
              <a:spLocks/>
            </p:cNvSpPr>
            <p:nvPr/>
          </p:nvSpPr>
          <p:spPr bwMode="auto">
            <a:xfrm>
              <a:off x="4571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1" name="Freeform 6806"/>
            <p:cNvSpPr>
              <a:spLocks/>
            </p:cNvSpPr>
            <p:nvPr/>
          </p:nvSpPr>
          <p:spPr bwMode="auto">
            <a:xfrm>
              <a:off x="4485" y="1533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2" name="Freeform 6807"/>
            <p:cNvSpPr>
              <a:spLocks/>
            </p:cNvSpPr>
            <p:nvPr/>
          </p:nvSpPr>
          <p:spPr bwMode="auto">
            <a:xfrm>
              <a:off x="4399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3" name="Freeform 6808"/>
            <p:cNvSpPr>
              <a:spLocks/>
            </p:cNvSpPr>
            <p:nvPr/>
          </p:nvSpPr>
          <p:spPr bwMode="auto">
            <a:xfrm>
              <a:off x="4313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4" name="Freeform 6809"/>
            <p:cNvSpPr>
              <a:spLocks/>
            </p:cNvSpPr>
            <p:nvPr/>
          </p:nvSpPr>
          <p:spPr bwMode="auto">
            <a:xfrm>
              <a:off x="4227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5" name="Freeform 6810"/>
            <p:cNvSpPr>
              <a:spLocks/>
            </p:cNvSpPr>
            <p:nvPr/>
          </p:nvSpPr>
          <p:spPr bwMode="auto">
            <a:xfrm>
              <a:off x="4140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6" name="Freeform 6811"/>
            <p:cNvSpPr>
              <a:spLocks/>
            </p:cNvSpPr>
            <p:nvPr/>
          </p:nvSpPr>
          <p:spPr bwMode="auto">
            <a:xfrm>
              <a:off x="4054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7" name="Freeform 6812"/>
            <p:cNvSpPr>
              <a:spLocks/>
            </p:cNvSpPr>
            <p:nvPr/>
          </p:nvSpPr>
          <p:spPr bwMode="auto">
            <a:xfrm>
              <a:off x="3968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8" name="Freeform 6813"/>
            <p:cNvSpPr>
              <a:spLocks/>
            </p:cNvSpPr>
            <p:nvPr/>
          </p:nvSpPr>
          <p:spPr bwMode="auto">
            <a:xfrm>
              <a:off x="3882" y="1533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9" name="Freeform 6814"/>
            <p:cNvSpPr>
              <a:spLocks/>
            </p:cNvSpPr>
            <p:nvPr/>
          </p:nvSpPr>
          <p:spPr bwMode="auto">
            <a:xfrm>
              <a:off x="3796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0" name="Freeform 6815"/>
            <p:cNvSpPr>
              <a:spLocks/>
            </p:cNvSpPr>
            <p:nvPr/>
          </p:nvSpPr>
          <p:spPr bwMode="auto">
            <a:xfrm>
              <a:off x="3709" y="1533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" name="Freeform 6816"/>
            <p:cNvSpPr>
              <a:spLocks/>
            </p:cNvSpPr>
            <p:nvPr/>
          </p:nvSpPr>
          <p:spPr bwMode="auto">
            <a:xfrm>
              <a:off x="3623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2" name="Freeform 6817"/>
            <p:cNvSpPr>
              <a:spLocks/>
            </p:cNvSpPr>
            <p:nvPr/>
          </p:nvSpPr>
          <p:spPr bwMode="auto">
            <a:xfrm>
              <a:off x="3537" y="1533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3" name="Freeform 6818"/>
            <p:cNvSpPr>
              <a:spLocks/>
            </p:cNvSpPr>
            <p:nvPr/>
          </p:nvSpPr>
          <p:spPr bwMode="auto">
            <a:xfrm>
              <a:off x="3451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4" name="Freeform 6819"/>
            <p:cNvSpPr>
              <a:spLocks/>
            </p:cNvSpPr>
            <p:nvPr/>
          </p:nvSpPr>
          <p:spPr bwMode="auto">
            <a:xfrm>
              <a:off x="3365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5" name="Freeform 6820"/>
            <p:cNvSpPr>
              <a:spLocks/>
            </p:cNvSpPr>
            <p:nvPr/>
          </p:nvSpPr>
          <p:spPr bwMode="auto">
            <a:xfrm>
              <a:off x="3279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6" name="Freeform 6821"/>
            <p:cNvSpPr>
              <a:spLocks/>
            </p:cNvSpPr>
            <p:nvPr/>
          </p:nvSpPr>
          <p:spPr bwMode="auto">
            <a:xfrm>
              <a:off x="3192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7" name="Freeform 6822"/>
            <p:cNvSpPr>
              <a:spLocks/>
            </p:cNvSpPr>
            <p:nvPr/>
          </p:nvSpPr>
          <p:spPr bwMode="auto">
            <a:xfrm>
              <a:off x="3106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8" name="Freeform 6823"/>
            <p:cNvSpPr>
              <a:spLocks/>
            </p:cNvSpPr>
            <p:nvPr/>
          </p:nvSpPr>
          <p:spPr bwMode="auto">
            <a:xfrm>
              <a:off x="3020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9" name="Freeform 6824"/>
            <p:cNvSpPr>
              <a:spLocks/>
            </p:cNvSpPr>
            <p:nvPr/>
          </p:nvSpPr>
          <p:spPr bwMode="auto">
            <a:xfrm>
              <a:off x="2934" y="1533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0" name="Freeform 6825"/>
            <p:cNvSpPr>
              <a:spLocks/>
            </p:cNvSpPr>
            <p:nvPr/>
          </p:nvSpPr>
          <p:spPr bwMode="auto">
            <a:xfrm>
              <a:off x="2848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" name="Freeform 6826"/>
            <p:cNvSpPr>
              <a:spLocks/>
            </p:cNvSpPr>
            <p:nvPr/>
          </p:nvSpPr>
          <p:spPr bwMode="auto">
            <a:xfrm>
              <a:off x="2761" y="1533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2" name="Freeform 6827"/>
            <p:cNvSpPr>
              <a:spLocks/>
            </p:cNvSpPr>
            <p:nvPr/>
          </p:nvSpPr>
          <p:spPr bwMode="auto">
            <a:xfrm>
              <a:off x="2675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3" name="Freeform 6828"/>
            <p:cNvSpPr>
              <a:spLocks/>
            </p:cNvSpPr>
            <p:nvPr/>
          </p:nvSpPr>
          <p:spPr bwMode="auto">
            <a:xfrm>
              <a:off x="2589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4" name="Freeform 6829"/>
            <p:cNvSpPr>
              <a:spLocks/>
            </p:cNvSpPr>
            <p:nvPr/>
          </p:nvSpPr>
          <p:spPr bwMode="auto">
            <a:xfrm>
              <a:off x="2503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5" name="Freeform 6830"/>
            <p:cNvSpPr>
              <a:spLocks/>
            </p:cNvSpPr>
            <p:nvPr/>
          </p:nvSpPr>
          <p:spPr bwMode="auto">
            <a:xfrm>
              <a:off x="2417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6" name="Freeform 6831"/>
            <p:cNvSpPr>
              <a:spLocks/>
            </p:cNvSpPr>
            <p:nvPr/>
          </p:nvSpPr>
          <p:spPr bwMode="auto">
            <a:xfrm>
              <a:off x="2331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7" name="Freeform 6832"/>
            <p:cNvSpPr>
              <a:spLocks/>
            </p:cNvSpPr>
            <p:nvPr/>
          </p:nvSpPr>
          <p:spPr bwMode="auto">
            <a:xfrm>
              <a:off x="2244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8" name="Freeform 6833"/>
            <p:cNvSpPr>
              <a:spLocks/>
            </p:cNvSpPr>
            <p:nvPr/>
          </p:nvSpPr>
          <p:spPr bwMode="auto">
            <a:xfrm>
              <a:off x="2158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9" name="Freeform 6834"/>
            <p:cNvSpPr>
              <a:spLocks/>
            </p:cNvSpPr>
            <p:nvPr/>
          </p:nvSpPr>
          <p:spPr bwMode="auto">
            <a:xfrm>
              <a:off x="2072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0" name="Freeform 6835"/>
            <p:cNvSpPr>
              <a:spLocks/>
            </p:cNvSpPr>
            <p:nvPr/>
          </p:nvSpPr>
          <p:spPr bwMode="auto">
            <a:xfrm>
              <a:off x="1986" y="1533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1" name="Freeform 6836"/>
            <p:cNvSpPr>
              <a:spLocks/>
            </p:cNvSpPr>
            <p:nvPr/>
          </p:nvSpPr>
          <p:spPr bwMode="auto">
            <a:xfrm>
              <a:off x="1900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" name="Freeform 6837"/>
            <p:cNvSpPr>
              <a:spLocks/>
            </p:cNvSpPr>
            <p:nvPr/>
          </p:nvSpPr>
          <p:spPr bwMode="auto">
            <a:xfrm>
              <a:off x="1813" y="1533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" name="Freeform 6838"/>
            <p:cNvSpPr>
              <a:spLocks/>
            </p:cNvSpPr>
            <p:nvPr/>
          </p:nvSpPr>
          <p:spPr bwMode="auto">
            <a:xfrm>
              <a:off x="1727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" name="Freeform 6839"/>
            <p:cNvSpPr>
              <a:spLocks/>
            </p:cNvSpPr>
            <p:nvPr/>
          </p:nvSpPr>
          <p:spPr bwMode="auto">
            <a:xfrm>
              <a:off x="1641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" name="Freeform 6840"/>
            <p:cNvSpPr>
              <a:spLocks/>
            </p:cNvSpPr>
            <p:nvPr/>
          </p:nvSpPr>
          <p:spPr bwMode="auto">
            <a:xfrm>
              <a:off x="1555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" name="Freeform 6841"/>
            <p:cNvSpPr>
              <a:spLocks/>
            </p:cNvSpPr>
            <p:nvPr/>
          </p:nvSpPr>
          <p:spPr bwMode="auto">
            <a:xfrm>
              <a:off x="1469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7" name="Freeform 6842"/>
            <p:cNvSpPr>
              <a:spLocks/>
            </p:cNvSpPr>
            <p:nvPr/>
          </p:nvSpPr>
          <p:spPr bwMode="auto">
            <a:xfrm>
              <a:off x="1383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8" name="Freeform 6843"/>
            <p:cNvSpPr>
              <a:spLocks/>
            </p:cNvSpPr>
            <p:nvPr/>
          </p:nvSpPr>
          <p:spPr bwMode="auto">
            <a:xfrm>
              <a:off x="1296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" name="Freeform 6844"/>
            <p:cNvSpPr>
              <a:spLocks/>
            </p:cNvSpPr>
            <p:nvPr/>
          </p:nvSpPr>
          <p:spPr bwMode="auto">
            <a:xfrm>
              <a:off x="1210" y="1533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" name="Freeform 6845"/>
            <p:cNvSpPr>
              <a:spLocks/>
            </p:cNvSpPr>
            <p:nvPr/>
          </p:nvSpPr>
          <p:spPr bwMode="auto">
            <a:xfrm>
              <a:off x="1124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" name="Freeform 6846"/>
            <p:cNvSpPr>
              <a:spLocks/>
            </p:cNvSpPr>
            <p:nvPr/>
          </p:nvSpPr>
          <p:spPr bwMode="auto">
            <a:xfrm>
              <a:off x="1038" y="1533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" name="Freeform 6847"/>
            <p:cNvSpPr>
              <a:spLocks/>
            </p:cNvSpPr>
            <p:nvPr/>
          </p:nvSpPr>
          <p:spPr bwMode="auto">
            <a:xfrm>
              <a:off x="952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3" name="Freeform 6848"/>
            <p:cNvSpPr>
              <a:spLocks/>
            </p:cNvSpPr>
            <p:nvPr/>
          </p:nvSpPr>
          <p:spPr bwMode="auto">
            <a:xfrm>
              <a:off x="865" y="1533"/>
              <a:ext cx="46" cy="43"/>
            </a:xfrm>
            <a:custGeom>
              <a:avLst/>
              <a:gdLst>
                <a:gd name="T0" fmla="*/ 0 w 44"/>
                <a:gd name="T1" fmla="*/ 43 h 43"/>
                <a:gd name="T2" fmla="*/ 0 w 44"/>
                <a:gd name="T3" fmla="*/ 0 h 43"/>
                <a:gd name="T4" fmla="*/ 48 w 44"/>
                <a:gd name="T5" fmla="*/ 0 h 43"/>
                <a:gd name="T6" fmla="*/ 48 w 44"/>
                <a:gd name="T7" fmla="*/ 43 h 43"/>
                <a:gd name="T8" fmla="*/ 0 w 44"/>
                <a:gd name="T9" fmla="*/ 43 h 43"/>
                <a:gd name="T10" fmla="*/ 0 w 44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44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4" name="Freeform 6849"/>
            <p:cNvSpPr>
              <a:spLocks/>
            </p:cNvSpPr>
            <p:nvPr/>
          </p:nvSpPr>
          <p:spPr bwMode="auto">
            <a:xfrm>
              <a:off x="779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5" name="Freeform 6850"/>
            <p:cNvSpPr>
              <a:spLocks/>
            </p:cNvSpPr>
            <p:nvPr/>
          </p:nvSpPr>
          <p:spPr bwMode="auto">
            <a:xfrm>
              <a:off x="693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" name="Freeform 6851"/>
            <p:cNvSpPr>
              <a:spLocks/>
            </p:cNvSpPr>
            <p:nvPr/>
          </p:nvSpPr>
          <p:spPr bwMode="auto">
            <a:xfrm>
              <a:off x="607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7" name="Freeform 6852"/>
            <p:cNvSpPr>
              <a:spLocks/>
            </p:cNvSpPr>
            <p:nvPr/>
          </p:nvSpPr>
          <p:spPr bwMode="auto">
            <a:xfrm>
              <a:off x="521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8" name="Freeform 6853"/>
            <p:cNvSpPr>
              <a:spLocks/>
            </p:cNvSpPr>
            <p:nvPr/>
          </p:nvSpPr>
          <p:spPr bwMode="auto">
            <a:xfrm>
              <a:off x="435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9" name="Freeform 6854"/>
            <p:cNvSpPr>
              <a:spLocks/>
            </p:cNvSpPr>
            <p:nvPr/>
          </p:nvSpPr>
          <p:spPr bwMode="auto">
            <a:xfrm>
              <a:off x="348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0" name="Freeform 6855"/>
            <p:cNvSpPr>
              <a:spLocks/>
            </p:cNvSpPr>
            <p:nvPr/>
          </p:nvSpPr>
          <p:spPr bwMode="auto">
            <a:xfrm>
              <a:off x="262" y="1533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1" name="Freeform 6856"/>
            <p:cNvSpPr>
              <a:spLocks/>
            </p:cNvSpPr>
            <p:nvPr/>
          </p:nvSpPr>
          <p:spPr bwMode="auto">
            <a:xfrm>
              <a:off x="176" y="1533"/>
              <a:ext cx="43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3 w 43"/>
                <a:gd name="T5" fmla="*/ 0 h 43"/>
                <a:gd name="T6" fmla="*/ 43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" name="Freeform 6857"/>
            <p:cNvSpPr>
              <a:spLocks/>
            </p:cNvSpPr>
            <p:nvPr/>
          </p:nvSpPr>
          <p:spPr bwMode="auto">
            <a:xfrm>
              <a:off x="90" y="1533"/>
              <a:ext cx="45" cy="43"/>
            </a:xfrm>
            <a:custGeom>
              <a:avLst/>
              <a:gdLst>
                <a:gd name="T0" fmla="*/ 0 w 43"/>
                <a:gd name="T1" fmla="*/ 43 h 43"/>
                <a:gd name="T2" fmla="*/ 0 w 43"/>
                <a:gd name="T3" fmla="*/ 0 h 43"/>
                <a:gd name="T4" fmla="*/ 47 w 43"/>
                <a:gd name="T5" fmla="*/ 0 h 43"/>
                <a:gd name="T6" fmla="*/ 47 w 43"/>
                <a:gd name="T7" fmla="*/ 43 h 43"/>
                <a:gd name="T8" fmla="*/ 0 w 43"/>
                <a:gd name="T9" fmla="*/ 43 h 43"/>
                <a:gd name="T10" fmla="*/ 0 w 43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3">
                  <a:moveTo>
                    <a:pt x="0" y="4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3" name="Freeform 6858"/>
            <p:cNvSpPr>
              <a:spLocks/>
            </p:cNvSpPr>
            <p:nvPr/>
          </p:nvSpPr>
          <p:spPr bwMode="auto">
            <a:xfrm>
              <a:off x="7" y="1533"/>
              <a:ext cx="40" cy="43"/>
            </a:xfrm>
            <a:custGeom>
              <a:avLst/>
              <a:gdLst>
                <a:gd name="T0" fmla="*/ 0 w 40"/>
                <a:gd name="T1" fmla="*/ 43 h 43"/>
                <a:gd name="T2" fmla="*/ 0 w 40"/>
                <a:gd name="T3" fmla="*/ 0 h 43"/>
                <a:gd name="T4" fmla="*/ 40 w 40"/>
                <a:gd name="T5" fmla="*/ 0 h 43"/>
                <a:gd name="T6" fmla="*/ 40 w 40"/>
                <a:gd name="T7" fmla="*/ 43 h 43"/>
                <a:gd name="T8" fmla="*/ 0 w 40"/>
                <a:gd name="T9" fmla="*/ 43 h 43"/>
                <a:gd name="T10" fmla="*/ 0 w 40"/>
                <a:gd name="T11" fmla="*/ 43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43">
                  <a:moveTo>
                    <a:pt x="0" y="43"/>
                  </a:moveTo>
                  <a:lnTo>
                    <a:pt x="0" y="0"/>
                  </a:lnTo>
                  <a:lnTo>
                    <a:pt x="40" y="0"/>
                  </a:lnTo>
                  <a:lnTo>
                    <a:pt x="40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944" name="Picture 2" descr="C:\Users\775004\Desktop\Presentaties\logo uk wi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0500"/>
            <a:ext cx="9144000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143" name="Rectangle 63"/>
          <p:cNvSpPr>
            <a:spLocks noGrp="1" noChangeArrowheads="1"/>
          </p:cNvSpPr>
          <p:nvPr>
            <p:ph type="ctrTitle"/>
          </p:nvPr>
        </p:nvSpPr>
        <p:spPr>
          <a:xfrm>
            <a:off x="685800" y="2438400"/>
            <a:ext cx="7772400" cy="1143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46144" name="Rectangle 6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600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nl-NL"/>
              <a:t>Klik om de ondertitelstijl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10759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Rectangle 50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16-10-2001</a:t>
            </a:r>
          </a:p>
        </p:txBody>
      </p:sp>
      <p:sp>
        <p:nvSpPr>
          <p:cNvPr id="5" name="Rectangle 50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EA3132-62CD-4968-8C29-1DDB7F265770}" type="slidenum">
              <a:rPr lang="en-US" altLang="nl-NL"/>
              <a:pPr>
                <a:defRPr/>
              </a:pPr>
              <a:t>‹nr.›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2562803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Rectangle 50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16-10-2001</a:t>
            </a:r>
          </a:p>
        </p:txBody>
      </p:sp>
      <p:sp>
        <p:nvSpPr>
          <p:cNvPr id="5" name="Rectangle 50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C10C93-DAF9-4284-BB91-9F848D568F46}" type="slidenum">
              <a:rPr lang="en-US" altLang="nl-NL"/>
              <a:pPr>
                <a:defRPr/>
              </a:pPr>
              <a:t>‹nr.›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2199000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219200"/>
            <a:ext cx="41910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1910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Rectangle 50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16-10-2001</a:t>
            </a:r>
          </a:p>
        </p:txBody>
      </p:sp>
      <p:sp>
        <p:nvSpPr>
          <p:cNvPr id="6" name="Rectangle 50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377EC2-3706-41FF-9F60-BEC481AFD1E7}" type="slidenum">
              <a:rPr lang="en-US" altLang="nl-NL"/>
              <a:pPr>
                <a:defRPr/>
              </a:pPr>
              <a:t>‹nr.›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909567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Rectangle 50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16-10-2001</a:t>
            </a:r>
          </a:p>
        </p:txBody>
      </p:sp>
      <p:sp>
        <p:nvSpPr>
          <p:cNvPr id="8" name="Rectangle 50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B3A65-5DB5-470E-A8D6-3EC5BF7E3DE5}" type="slidenum">
              <a:rPr lang="en-US" altLang="nl-NL"/>
              <a:pPr>
                <a:defRPr/>
              </a:pPr>
              <a:t>‹nr.›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3618134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Rectangle 50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16-10-2001</a:t>
            </a:r>
          </a:p>
        </p:txBody>
      </p:sp>
      <p:sp>
        <p:nvSpPr>
          <p:cNvPr id="4" name="Rectangle 50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8AB8BB-64AE-4B47-9807-779B200825B8}" type="slidenum">
              <a:rPr lang="en-US" altLang="nl-NL"/>
              <a:pPr>
                <a:defRPr/>
              </a:pPr>
              <a:t>‹nr.›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896302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0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16-10-2001</a:t>
            </a:r>
          </a:p>
        </p:txBody>
      </p:sp>
      <p:sp>
        <p:nvSpPr>
          <p:cNvPr id="3" name="Rectangle 50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489DAB-8F98-4171-9B56-C688029CC016}" type="slidenum">
              <a:rPr lang="en-US" altLang="nl-NL"/>
              <a:pPr>
                <a:defRPr/>
              </a:pPr>
              <a:t>‹nr.›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3163005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Rectangle 50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16-10-2001</a:t>
            </a:r>
          </a:p>
        </p:txBody>
      </p:sp>
      <p:sp>
        <p:nvSpPr>
          <p:cNvPr id="6" name="Rectangle 50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251108-AF2A-4315-9A4D-91CB30A42FDC}" type="slidenum">
              <a:rPr lang="en-US" altLang="nl-NL"/>
              <a:pPr>
                <a:defRPr/>
              </a:pPr>
              <a:t>‹nr.›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313623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nl-NL" noProof="0"/>
              <a:t>Klik op het pictogram als u een afbeelding wilt toevoegen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Rectangle 50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16-10-2001</a:t>
            </a:r>
          </a:p>
        </p:txBody>
      </p:sp>
      <p:sp>
        <p:nvSpPr>
          <p:cNvPr id="6" name="Rectangle 50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BCFF01-3205-4D1A-BD68-097E1219C35B}" type="slidenum">
              <a:rPr lang="en-US" altLang="nl-NL"/>
              <a:pPr>
                <a:defRPr/>
              </a:pPr>
              <a:t>‹nr.›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2567508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Rectangle 50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16-10-2001</a:t>
            </a:r>
          </a:p>
        </p:txBody>
      </p:sp>
      <p:sp>
        <p:nvSpPr>
          <p:cNvPr id="5" name="Rectangle 50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0AE00E-5FEB-45A2-900B-CDBC0859520C}" type="slidenum">
              <a:rPr lang="en-US" altLang="nl-NL"/>
              <a:pPr>
                <a:defRPr/>
              </a:pPr>
              <a:t>‹nr.›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2290560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304800"/>
            <a:ext cx="2133600" cy="6096000"/>
          </a:xfrm>
        </p:spPr>
        <p:txBody>
          <a:bodyPr vert="eaVert"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248400" cy="6096000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Rectangle 50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16-10-2001</a:t>
            </a:r>
          </a:p>
        </p:txBody>
      </p:sp>
      <p:sp>
        <p:nvSpPr>
          <p:cNvPr id="5" name="Rectangle 50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F3E26C-C42E-482A-A963-45019476CE0E}" type="slidenum">
              <a:rPr lang="en-US" altLang="nl-NL"/>
              <a:pPr>
                <a:defRPr/>
              </a:pPr>
              <a:t>‹nr.›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821394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77" descr="10 wit_logo_standaard_engels2.jpg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29" name="Rectangle 50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391400" y="6092825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i="0">
                <a:solidFill>
                  <a:schemeClr val="bg1"/>
                </a:solidFill>
                <a:latin typeface="Arial" charset="0"/>
                <a:ea typeface="+mn-ea"/>
              </a:defRPr>
            </a:lvl1pPr>
          </a:lstStyle>
          <a:p>
            <a:pPr>
              <a:defRPr/>
            </a:pPr>
            <a:r>
              <a:rPr lang="en-US"/>
              <a:t>16-10-2001</a:t>
            </a:r>
          </a:p>
        </p:txBody>
      </p:sp>
      <p:sp>
        <p:nvSpPr>
          <p:cNvPr id="1530" name="Rectangle 50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77000" y="6092825"/>
            <a:ext cx="121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i="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9863F935-AB3A-4D51-8827-173B1C60C26D}" type="slidenum">
              <a:rPr lang="en-US" altLang="nl-NL"/>
              <a:pPr>
                <a:defRPr/>
              </a:pPr>
              <a:t>‹nr.›</a:t>
            </a:fld>
            <a:endParaRPr lang="en-US" altLang="nl-NL"/>
          </a:p>
        </p:txBody>
      </p:sp>
      <p:sp>
        <p:nvSpPr>
          <p:cNvPr id="1029" name="Rectangle 507"/>
          <p:cNvSpPr>
            <a:spLocks noChangeArrowheads="1"/>
          </p:cNvSpPr>
          <p:nvPr/>
        </p:nvSpPr>
        <p:spPr bwMode="hidden">
          <a:xfrm>
            <a:off x="304800" y="6092825"/>
            <a:ext cx="647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i="1">
                <a:solidFill>
                  <a:srgbClr val="0D1F74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000" i="1">
                <a:solidFill>
                  <a:srgbClr val="0D1F74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000" i="1">
                <a:solidFill>
                  <a:srgbClr val="0D1F74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000" i="1">
                <a:solidFill>
                  <a:srgbClr val="0D1F74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000" i="1">
                <a:solidFill>
                  <a:srgbClr val="0D1F74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rgbClr val="0D1F74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rgbClr val="0D1F74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rgbClr val="0D1F74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rgbClr val="0D1F74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endParaRPr lang="en-US" altLang="nl-NL" sz="1400" i="0">
              <a:solidFill>
                <a:schemeClr val="tx1"/>
              </a:solidFill>
            </a:endParaRPr>
          </a:p>
        </p:txBody>
      </p:sp>
      <p:sp>
        <p:nvSpPr>
          <p:cNvPr id="10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8613" y="304800"/>
            <a:ext cx="63309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nl-NL"/>
              <a:t>Klik om de stijl te bewerken</a:t>
            </a:r>
          </a:p>
        </p:txBody>
      </p:sp>
      <p:sp>
        <p:nvSpPr>
          <p:cNvPr id="10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700213"/>
            <a:ext cx="8534400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nl-NL"/>
              <a:t>Klik om de modelstijlen te bewerken</a:t>
            </a:r>
          </a:p>
          <a:p>
            <a:pPr lvl="1"/>
            <a:r>
              <a:rPr lang="nl-NL" altLang="nl-NL"/>
              <a:t>Tweede niveau</a:t>
            </a:r>
          </a:p>
          <a:p>
            <a:pPr lvl="2"/>
            <a:r>
              <a:rPr lang="nl-NL" altLang="nl-NL"/>
              <a:t>Derde niveau</a:t>
            </a:r>
          </a:p>
          <a:p>
            <a:pPr lvl="3"/>
            <a:r>
              <a:rPr lang="nl-NL" altLang="nl-NL"/>
              <a:t>Vierde niveau</a:t>
            </a:r>
          </a:p>
          <a:p>
            <a:pPr lvl="4"/>
            <a:r>
              <a:rPr lang="nl-NL" altLang="nl-NL"/>
              <a:t>Vijfde niveau</a:t>
            </a:r>
          </a:p>
        </p:txBody>
      </p:sp>
      <p:grpSp>
        <p:nvGrpSpPr>
          <p:cNvPr id="1032" name="Group 3282"/>
          <p:cNvGrpSpPr>
            <a:grpSpLocks/>
          </p:cNvGrpSpPr>
          <p:nvPr/>
        </p:nvGrpSpPr>
        <p:grpSpPr bwMode="auto">
          <a:xfrm>
            <a:off x="0" y="1243013"/>
            <a:ext cx="9140825" cy="5538787"/>
            <a:chOff x="7" y="783"/>
            <a:chExt cx="5731" cy="3489"/>
          </a:xfrm>
        </p:grpSpPr>
        <p:sp>
          <p:nvSpPr>
            <p:cNvPr id="1033" name="Rectangle 2811"/>
            <p:cNvSpPr>
              <a:spLocks noChangeArrowheads="1"/>
            </p:cNvSpPr>
            <p:nvPr/>
          </p:nvSpPr>
          <p:spPr bwMode="auto">
            <a:xfrm>
              <a:off x="7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34" name="Rectangle 2812"/>
            <p:cNvSpPr>
              <a:spLocks noChangeArrowheads="1"/>
            </p:cNvSpPr>
            <p:nvPr/>
          </p:nvSpPr>
          <p:spPr bwMode="auto">
            <a:xfrm>
              <a:off x="93" y="783"/>
              <a:ext cx="47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35" name="Rectangle 2813"/>
            <p:cNvSpPr>
              <a:spLocks noChangeArrowheads="1"/>
            </p:cNvSpPr>
            <p:nvPr/>
          </p:nvSpPr>
          <p:spPr bwMode="auto">
            <a:xfrm>
              <a:off x="180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36" name="Rectangle 2814"/>
            <p:cNvSpPr>
              <a:spLocks noChangeArrowheads="1"/>
            </p:cNvSpPr>
            <p:nvPr/>
          </p:nvSpPr>
          <p:spPr bwMode="auto">
            <a:xfrm>
              <a:off x="266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37" name="Rectangle 2815"/>
            <p:cNvSpPr>
              <a:spLocks noChangeArrowheads="1"/>
            </p:cNvSpPr>
            <p:nvPr/>
          </p:nvSpPr>
          <p:spPr bwMode="auto">
            <a:xfrm>
              <a:off x="352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38" name="Rectangle 2816"/>
            <p:cNvSpPr>
              <a:spLocks noChangeArrowheads="1"/>
            </p:cNvSpPr>
            <p:nvPr/>
          </p:nvSpPr>
          <p:spPr bwMode="auto">
            <a:xfrm>
              <a:off x="438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39" name="Rectangle 2817"/>
            <p:cNvSpPr>
              <a:spLocks noChangeArrowheads="1"/>
            </p:cNvSpPr>
            <p:nvPr/>
          </p:nvSpPr>
          <p:spPr bwMode="auto">
            <a:xfrm>
              <a:off x="524" y="783"/>
              <a:ext cx="47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40" name="Rectangle 2818"/>
            <p:cNvSpPr>
              <a:spLocks noChangeArrowheads="1"/>
            </p:cNvSpPr>
            <p:nvPr/>
          </p:nvSpPr>
          <p:spPr bwMode="auto">
            <a:xfrm>
              <a:off x="610" y="783"/>
              <a:ext cx="44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41" name="Rectangle 2819"/>
            <p:cNvSpPr>
              <a:spLocks noChangeArrowheads="1"/>
            </p:cNvSpPr>
            <p:nvPr/>
          </p:nvSpPr>
          <p:spPr bwMode="auto">
            <a:xfrm>
              <a:off x="697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42" name="Rectangle 2820"/>
            <p:cNvSpPr>
              <a:spLocks noChangeArrowheads="1"/>
            </p:cNvSpPr>
            <p:nvPr/>
          </p:nvSpPr>
          <p:spPr bwMode="auto">
            <a:xfrm>
              <a:off x="783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43" name="Rectangle 2821"/>
            <p:cNvSpPr>
              <a:spLocks noChangeArrowheads="1"/>
            </p:cNvSpPr>
            <p:nvPr/>
          </p:nvSpPr>
          <p:spPr bwMode="auto">
            <a:xfrm>
              <a:off x="869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44" name="Rectangle 2822"/>
            <p:cNvSpPr>
              <a:spLocks noChangeArrowheads="1"/>
            </p:cNvSpPr>
            <p:nvPr/>
          </p:nvSpPr>
          <p:spPr bwMode="auto">
            <a:xfrm>
              <a:off x="955" y="783"/>
              <a:ext cx="47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45" name="Rectangle 2823"/>
            <p:cNvSpPr>
              <a:spLocks noChangeArrowheads="1"/>
            </p:cNvSpPr>
            <p:nvPr/>
          </p:nvSpPr>
          <p:spPr bwMode="auto">
            <a:xfrm>
              <a:off x="1041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46" name="Rectangle 2824"/>
            <p:cNvSpPr>
              <a:spLocks noChangeArrowheads="1"/>
            </p:cNvSpPr>
            <p:nvPr/>
          </p:nvSpPr>
          <p:spPr bwMode="auto">
            <a:xfrm>
              <a:off x="1128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47" name="Rectangle 2825"/>
            <p:cNvSpPr>
              <a:spLocks noChangeArrowheads="1"/>
            </p:cNvSpPr>
            <p:nvPr/>
          </p:nvSpPr>
          <p:spPr bwMode="auto">
            <a:xfrm>
              <a:off x="1214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48" name="Rectangle 2826"/>
            <p:cNvSpPr>
              <a:spLocks noChangeArrowheads="1"/>
            </p:cNvSpPr>
            <p:nvPr/>
          </p:nvSpPr>
          <p:spPr bwMode="auto">
            <a:xfrm>
              <a:off x="1300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49" name="Rectangle 2827"/>
            <p:cNvSpPr>
              <a:spLocks noChangeArrowheads="1"/>
            </p:cNvSpPr>
            <p:nvPr/>
          </p:nvSpPr>
          <p:spPr bwMode="auto">
            <a:xfrm>
              <a:off x="1386" y="783"/>
              <a:ext cx="47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50" name="Rectangle 2828"/>
            <p:cNvSpPr>
              <a:spLocks noChangeArrowheads="1"/>
            </p:cNvSpPr>
            <p:nvPr/>
          </p:nvSpPr>
          <p:spPr bwMode="auto">
            <a:xfrm>
              <a:off x="1472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51" name="Rectangle 2829"/>
            <p:cNvSpPr>
              <a:spLocks noChangeArrowheads="1"/>
            </p:cNvSpPr>
            <p:nvPr/>
          </p:nvSpPr>
          <p:spPr bwMode="auto">
            <a:xfrm>
              <a:off x="1558" y="783"/>
              <a:ext cx="48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52" name="Rectangle 2830"/>
            <p:cNvSpPr>
              <a:spLocks noChangeArrowheads="1"/>
            </p:cNvSpPr>
            <p:nvPr/>
          </p:nvSpPr>
          <p:spPr bwMode="auto">
            <a:xfrm>
              <a:off x="1645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53" name="Rectangle 2831"/>
            <p:cNvSpPr>
              <a:spLocks noChangeArrowheads="1"/>
            </p:cNvSpPr>
            <p:nvPr/>
          </p:nvSpPr>
          <p:spPr bwMode="auto">
            <a:xfrm>
              <a:off x="1731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54" name="Rectangle 2832"/>
            <p:cNvSpPr>
              <a:spLocks noChangeArrowheads="1"/>
            </p:cNvSpPr>
            <p:nvPr/>
          </p:nvSpPr>
          <p:spPr bwMode="auto">
            <a:xfrm>
              <a:off x="1817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55" name="Rectangle 2833"/>
            <p:cNvSpPr>
              <a:spLocks noChangeArrowheads="1"/>
            </p:cNvSpPr>
            <p:nvPr/>
          </p:nvSpPr>
          <p:spPr bwMode="auto">
            <a:xfrm>
              <a:off x="1903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56" name="Rectangle 2834"/>
            <p:cNvSpPr>
              <a:spLocks noChangeArrowheads="1"/>
            </p:cNvSpPr>
            <p:nvPr/>
          </p:nvSpPr>
          <p:spPr bwMode="auto">
            <a:xfrm>
              <a:off x="1989" y="783"/>
              <a:ext cx="47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57" name="Rectangle 2835"/>
            <p:cNvSpPr>
              <a:spLocks noChangeArrowheads="1"/>
            </p:cNvSpPr>
            <p:nvPr/>
          </p:nvSpPr>
          <p:spPr bwMode="auto">
            <a:xfrm>
              <a:off x="2076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58" name="Rectangle 2836"/>
            <p:cNvSpPr>
              <a:spLocks noChangeArrowheads="1"/>
            </p:cNvSpPr>
            <p:nvPr/>
          </p:nvSpPr>
          <p:spPr bwMode="auto">
            <a:xfrm>
              <a:off x="2162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59" name="Rectangle 2837"/>
            <p:cNvSpPr>
              <a:spLocks noChangeArrowheads="1"/>
            </p:cNvSpPr>
            <p:nvPr/>
          </p:nvSpPr>
          <p:spPr bwMode="auto">
            <a:xfrm>
              <a:off x="2248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60" name="Rectangle 2838"/>
            <p:cNvSpPr>
              <a:spLocks noChangeArrowheads="1"/>
            </p:cNvSpPr>
            <p:nvPr/>
          </p:nvSpPr>
          <p:spPr bwMode="auto">
            <a:xfrm>
              <a:off x="2334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61" name="Rectangle 2839"/>
            <p:cNvSpPr>
              <a:spLocks noChangeArrowheads="1"/>
            </p:cNvSpPr>
            <p:nvPr/>
          </p:nvSpPr>
          <p:spPr bwMode="auto">
            <a:xfrm>
              <a:off x="2420" y="783"/>
              <a:ext cx="47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62" name="Rectangle 2840"/>
            <p:cNvSpPr>
              <a:spLocks noChangeArrowheads="1"/>
            </p:cNvSpPr>
            <p:nvPr/>
          </p:nvSpPr>
          <p:spPr bwMode="auto">
            <a:xfrm>
              <a:off x="2506" y="783"/>
              <a:ext cx="44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63" name="Rectangle 2841"/>
            <p:cNvSpPr>
              <a:spLocks noChangeArrowheads="1"/>
            </p:cNvSpPr>
            <p:nvPr/>
          </p:nvSpPr>
          <p:spPr bwMode="auto">
            <a:xfrm>
              <a:off x="2593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64" name="Rectangle 2842"/>
            <p:cNvSpPr>
              <a:spLocks noChangeArrowheads="1"/>
            </p:cNvSpPr>
            <p:nvPr/>
          </p:nvSpPr>
          <p:spPr bwMode="auto">
            <a:xfrm>
              <a:off x="2679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65" name="Rectangle 2843"/>
            <p:cNvSpPr>
              <a:spLocks noChangeArrowheads="1"/>
            </p:cNvSpPr>
            <p:nvPr/>
          </p:nvSpPr>
          <p:spPr bwMode="auto">
            <a:xfrm>
              <a:off x="2765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66" name="Rectangle 2844"/>
            <p:cNvSpPr>
              <a:spLocks noChangeArrowheads="1"/>
            </p:cNvSpPr>
            <p:nvPr/>
          </p:nvSpPr>
          <p:spPr bwMode="auto">
            <a:xfrm>
              <a:off x="2851" y="783"/>
              <a:ext cx="47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67" name="Rectangle 2845"/>
            <p:cNvSpPr>
              <a:spLocks noChangeArrowheads="1"/>
            </p:cNvSpPr>
            <p:nvPr/>
          </p:nvSpPr>
          <p:spPr bwMode="auto">
            <a:xfrm>
              <a:off x="2937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68" name="Rectangle 2846"/>
            <p:cNvSpPr>
              <a:spLocks noChangeArrowheads="1"/>
            </p:cNvSpPr>
            <p:nvPr/>
          </p:nvSpPr>
          <p:spPr bwMode="auto">
            <a:xfrm>
              <a:off x="3024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69" name="Rectangle 2847"/>
            <p:cNvSpPr>
              <a:spLocks noChangeArrowheads="1"/>
            </p:cNvSpPr>
            <p:nvPr/>
          </p:nvSpPr>
          <p:spPr bwMode="auto">
            <a:xfrm>
              <a:off x="3110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70" name="Rectangle 2848"/>
            <p:cNvSpPr>
              <a:spLocks noChangeArrowheads="1"/>
            </p:cNvSpPr>
            <p:nvPr/>
          </p:nvSpPr>
          <p:spPr bwMode="auto">
            <a:xfrm>
              <a:off x="3196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71" name="Rectangle 2849"/>
            <p:cNvSpPr>
              <a:spLocks noChangeArrowheads="1"/>
            </p:cNvSpPr>
            <p:nvPr/>
          </p:nvSpPr>
          <p:spPr bwMode="auto">
            <a:xfrm>
              <a:off x="3282" y="783"/>
              <a:ext cx="47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72" name="Rectangle 2850"/>
            <p:cNvSpPr>
              <a:spLocks noChangeArrowheads="1"/>
            </p:cNvSpPr>
            <p:nvPr/>
          </p:nvSpPr>
          <p:spPr bwMode="auto">
            <a:xfrm>
              <a:off x="3368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73" name="Rectangle 2851"/>
            <p:cNvSpPr>
              <a:spLocks noChangeArrowheads="1"/>
            </p:cNvSpPr>
            <p:nvPr/>
          </p:nvSpPr>
          <p:spPr bwMode="auto">
            <a:xfrm>
              <a:off x="3454" y="783"/>
              <a:ext cx="44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74" name="Rectangle 2852"/>
            <p:cNvSpPr>
              <a:spLocks noChangeArrowheads="1"/>
            </p:cNvSpPr>
            <p:nvPr/>
          </p:nvSpPr>
          <p:spPr bwMode="auto">
            <a:xfrm>
              <a:off x="3541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75" name="Rectangle 2853"/>
            <p:cNvSpPr>
              <a:spLocks noChangeArrowheads="1"/>
            </p:cNvSpPr>
            <p:nvPr/>
          </p:nvSpPr>
          <p:spPr bwMode="auto">
            <a:xfrm>
              <a:off x="3627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76" name="Rectangle 2854"/>
            <p:cNvSpPr>
              <a:spLocks noChangeArrowheads="1"/>
            </p:cNvSpPr>
            <p:nvPr/>
          </p:nvSpPr>
          <p:spPr bwMode="auto">
            <a:xfrm>
              <a:off x="3713" y="783"/>
              <a:ext cx="47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77" name="Rectangle 2855"/>
            <p:cNvSpPr>
              <a:spLocks noChangeArrowheads="1"/>
            </p:cNvSpPr>
            <p:nvPr/>
          </p:nvSpPr>
          <p:spPr bwMode="auto">
            <a:xfrm>
              <a:off x="3799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78" name="Rectangle 2856"/>
            <p:cNvSpPr>
              <a:spLocks noChangeArrowheads="1"/>
            </p:cNvSpPr>
            <p:nvPr/>
          </p:nvSpPr>
          <p:spPr bwMode="auto">
            <a:xfrm>
              <a:off x="3885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79" name="Rectangle 2857"/>
            <p:cNvSpPr>
              <a:spLocks noChangeArrowheads="1"/>
            </p:cNvSpPr>
            <p:nvPr/>
          </p:nvSpPr>
          <p:spPr bwMode="auto">
            <a:xfrm>
              <a:off x="3972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80" name="Rectangle 2858"/>
            <p:cNvSpPr>
              <a:spLocks noChangeArrowheads="1"/>
            </p:cNvSpPr>
            <p:nvPr/>
          </p:nvSpPr>
          <p:spPr bwMode="auto">
            <a:xfrm>
              <a:off x="4058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81" name="Rectangle 2859"/>
            <p:cNvSpPr>
              <a:spLocks noChangeArrowheads="1"/>
            </p:cNvSpPr>
            <p:nvPr/>
          </p:nvSpPr>
          <p:spPr bwMode="auto">
            <a:xfrm>
              <a:off x="4144" y="783"/>
              <a:ext cx="47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82" name="Rectangle 2860"/>
            <p:cNvSpPr>
              <a:spLocks noChangeArrowheads="1"/>
            </p:cNvSpPr>
            <p:nvPr/>
          </p:nvSpPr>
          <p:spPr bwMode="auto">
            <a:xfrm>
              <a:off x="4230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83" name="Rectangle 2861"/>
            <p:cNvSpPr>
              <a:spLocks noChangeArrowheads="1"/>
            </p:cNvSpPr>
            <p:nvPr/>
          </p:nvSpPr>
          <p:spPr bwMode="auto">
            <a:xfrm>
              <a:off x="4316" y="783"/>
              <a:ext cx="47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84" name="Rectangle 2862"/>
            <p:cNvSpPr>
              <a:spLocks noChangeArrowheads="1"/>
            </p:cNvSpPr>
            <p:nvPr/>
          </p:nvSpPr>
          <p:spPr bwMode="auto">
            <a:xfrm>
              <a:off x="4402" y="783"/>
              <a:ext cx="44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85" name="Rectangle 2863"/>
            <p:cNvSpPr>
              <a:spLocks noChangeArrowheads="1"/>
            </p:cNvSpPr>
            <p:nvPr/>
          </p:nvSpPr>
          <p:spPr bwMode="auto">
            <a:xfrm>
              <a:off x="4489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86" name="Rectangle 2864"/>
            <p:cNvSpPr>
              <a:spLocks noChangeArrowheads="1"/>
            </p:cNvSpPr>
            <p:nvPr/>
          </p:nvSpPr>
          <p:spPr bwMode="auto">
            <a:xfrm>
              <a:off x="4575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87" name="Rectangle 2865"/>
            <p:cNvSpPr>
              <a:spLocks noChangeArrowheads="1"/>
            </p:cNvSpPr>
            <p:nvPr/>
          </p:nvSpPr>
          <p:spPr bwMode="auto">
            <a:xfrm>
              <a:off x="4661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88" name="Rectangle 2866"/>
            <p:cNvSpPr>
              <a:spLocks noChangeArrowheads="1"/>
            </p:cNvSpPr>
            <p:nvPr/>
          </p:nvSpPr>
          <p:spPr bwMode="auto">
            <a:xfrm>
              <a:off x="4747" y="783"/>
              <a:ext cx="47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89" name="Rectangle 2867"/>
            <p:cNvSpPr>
              <a:spLocks noChangeArrowheads="1"/>
            </p:cNvSpPr>
            <p:nvPr/>
          </p:nvSpPr>
          <p:spPr bwMode="auto">
            <a:xfrm>
              <a:off x="4833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90" name="Rectangle 2868"/>
            <p:cNvSpPr>
              <a:spLocks noChangeArrowheads="1"/>
            </p:cNvSpPr>
            <p:nvPr/>
          </p:nvSpPr>
          <p:spPr bwMode="auto">
            <a:xfrm>
              <a:off x="4920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91" name="Rectangle 2869"/>
            <p:cNvSpPr>
              <a:spLocks noChangeArrowheads="1"/>
            </p:cNvSpPr>
            <p:nvPr/>
          </p:nvSpPr>
          <p:spPr bwMode="auto">
            <a:xfrm>
              <a:off x="5006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92" name="Rectangle 2870"/>
            <p:cNvSpPr>
              <a:spLocks noChangeArrowheads="1"/>
            </p:cNvSpPr>
            <p:nvPr/>
          </p:nvSpPr>
          <p:spPr bwMode="auto">
            <a:xfrm>
              <a:off x="5092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93" name="Rectangle 2871"/>
            <p:cNvSpPr>
              <a:spLocks noChangeArrowheads="1"/>
            </p:cNvSpPr>
            <p:nvPr/>
          </p:nvSpPr>
          <p:spPr bwMode="auto">
            <a:xfrm>
              <a:off x="5178" y="783"/>
              <a:ext cx="47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94" name="Rectangle 2872"/>
            <p:cNvSpPr>
              <a:spLocks noChangeArrowheads="1"/>
            </p:cNvSpPr>
            <p:nvPr/>
          </p:nvSpPr>
          <p:spPr bwMode="auto">
            <a:xfrm>
              <a:off x="5264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95" name="Rectangle 2873"/>
            <p:cNvSpPr>
              <a:spLocks noChangeArrowheads="1"/>
            </p:cNvSpPr>
            <p:nvPr/>
          </p:nvSpPr>
          <p:spPr bwMode="auto">
            <a:xfrm>
              <a:off x="5350" y="783"/>
              <a:ext cx="44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96" name="Rectangle 2874"/>
            <p:cNvSpPr>
              <a:spLocks noChangeArrowheads="1"/>
            </p:cNvSpPr>
            <p:nvPr/>
          </p:nvSpPr>
          <p:spPr bwMode="auto">
            <a:xfrm>
              <a:off x="5437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97" name="Rectangle 2875"/>
            <p:cNvSpPr>
              <a:spLocks noChangeArrowheads="1"/>
            </p:cNvSpPr>
            <p:nvPr/>
          </p:nvSpPr>
          <p:spPr bwMode="auto">
            <a:xfrm>
              <a:off x="5523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98" name="Rectangle 2876"/>
            <p:cNvSpPr>
              <a:spLocks noChangeArrowheads="1"/>
            </p:cNvSpPr>
            <p:nvPr/>
          </p:nvSpPr>
          <p:spPr bwMode="auto">
            <a:xfrm>
              <a:off x="5609" y="783"/>
              <a:ext cx="47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099" name="Rectangle 2877"/>
            <p:cNvSpPr>
              <a:spLocks noChangeArrowheads="1"/>
            </p:cNvSpPr>
            <p:nvPr/>
          </p:nvSpPr>
          <p:spPr bwMode="auto">
            <a:xfrm>
              <a:off x="5695" y="783"/>
              <a:ext cx="43" cy="43"/>
            </a:xfrm>
            <a:prstGeom prst="rect">
              <a:avLst/>
            </a:prstGeom>
            <a:solidFill>
              <a:srgbClr val="5A6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00" name="Rectangle 2878"/>
            <p:cNvSpPr>
              <a:spLocks noChangeArrowheads="1"/>
            </p:cNvSpPr>
            <p:nvPr/>
          </p:nvSpPr>
          <p:spPr bwMode="auto">
            <a:xfrm>
              <a:off x="7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01" name="Rectangle 2879"/>
            <p:cNvSpPr>
              <a:spLocks noChangeArrowheads="1"/>
            </p:cNvSpPr>
            <p:nvPr/>
          </p:nvSpPr>
          <p:spPr bwMode="auto">
            <a:xfrm>
              <a:off x="93" y="869"/>
              <a:ext cx="47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02" name="Rectangle 2880"/>
            <p:cNvSpPr>
              <a:spLocks noChangeArrowheads="1"/>
            </p:cNvSpPr>
            <p:nvPr/>
          </p:nvSpPr>
          <p:spPr bwMode="auto">
            <a:xfrm>
              <a:off x="180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03" name="Rectangle 2881"/>
            <p:cNvSpPr>
              <a:spLocks noChangeArrowheads="1"/>
            </p:cNvSpPr>
            <p:nvPr/>
          </p:nvSpPr>
          <p:spPr bwMode="auto">
            <a:xfrm>
              <a:off x="266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04" name="Rectangle 2882"/>
            <p:cNvSpPr>
              <a:spLocks noChangeArrowheads="1"/>
            </p:cNvSpPr>
            <p:nvPr/>
          </p:nvSpPr>
          <p:spPr bwMode="auto">
            <a:xfrm>
              <a:off x="352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05" name="Rectangle 2883"/>
            <p:cNvSpPr>
              <a:spLocks noChangeArrowheads="1"/>
            </p:cNvSpPr>
            <p:nvPr/>
          </p:nvSpPr>
          <p:spPr bwMode="auto">
            <a:xfrm>
              <a:off x="438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06" name="Rectangle 2884"/>
            <p:cNvSpPr>
              <a:spLocks noChangeArrowheads="1"/>
            </p:cNvSpPr>
            <p:nvPr/>
          </p:nvSpPr>
          <p:spPr bwMode="auto">
            <a:xfrm>
              <a:off x="524" y="869"/>
              <a:ext cx="47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07" name="Rectangle 2885"/>
            <p:cNvSpPr>
              <a:spLocks noChangeArrowheads="1"/>
            </p:cNvSpPr>
            <p:nvPr/>
          </p:nvSpPr>
          <p:spPr bwMode="auto">
            <a:xfrm>
              <a:off x="610" y="869"/>
              <a:ext cx="44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08" name="Rectangle 2886"/>
            <p:cNvSpPr>
              <a:spLocks noChangeArrowheads="1"/>
            </p:cNvSpPr>
            <p:nvPr/>
          </p:nvSpPr>
          <p:spPr bwMode="auto">
            <a:xfrm>
              <a:off x="697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09" name="Rectangle 2887"/>
            <p:cNvSpPr>
              <a:spLocks noChangeArrowheads="1"/>
            </p:cNvSpPr>
            <p:nvPr/>
          </p:nvSpPr>
          <p:spPr bwMode="auto">
            <a:xfrm>
              <a:off x="783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10" name="Rectangle 2888"/>
            <p:cNvSpPr>
              <a:spLocks noChangeArrowheads="1"/>
            </p:cNvSpPr>
            <p:nvPr/>
          </p:nvSpPr>
          <p:spPr bwMode="auto">
            <a:xfrm>
              <a:off x="869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11" name="Rectangle 2889"/>
            <p:cNvSpPr>
              <a:spLocks noChangeArrowheads="1"/>
            </p:cNvSpPr>
            <p:nvPr/>
          </p:nvSpPr>
          <p:spPr bwMode="auto">
            <a:xfrm>
              <a:off x="955" y="869"/>
              <a:ext cx="47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12" name="Rectangle 2890"/>
            <p:cNvSpPr>
              <a:spLocks noChangeArrowheads="1"/>
            </p:cNvSpPr>
            <p:nvPr/>
          </p:nvSpPr>
          <p:spPr bwMode="auto">
            <a:xfrm>
              <a:off x="1041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13" name="Rectangle 2891"/>
            <p:cNvSpPr>
              <a:spLocks noChangeArrowheads="1"/>
            </p:cNvSpPr>
            <p:nvPr/>
          </p:nvSpPr>
          <p:spPr bwMode="auto">
            <a:xfrm>
              <a:off x="1128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14" name="Rectangle 2892"/>
            <p:cNvSpPr>
              <a:spLocks noChangeArrowheads="1"/>
            </p:cNvSpPr>
            <p:nvPr/>
          </p:nvSpPr>
          <p:spPr bwMode="auto">
            <a:xfrm>
              <a:off x="1214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15" name="Rectangle 2893"/>
            <p:cNvSpPr>
              <a:spLocks noChangeArrowheads="1"/>
            </p:cNvSpPr>
            <p:nvPr/>
          </p:nvSpPr>
          <p:spPr bwMode="auto">
            <a:xfrm>
              <a:off x="1300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16" name="Rectangle 2894"/>
            <p:cNvSpPr>
              <a:spLocks noChangeArrowheads="1"/>
            </p:cNvSpPr>
            <p:nvPr/>
          </p:nvSpPr>
          <p:spPr bwMode="auto">
            <a:xfrm>
              <a:off x="1386" y="869"/>
              <a:ext cx="47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17" name="Rectangle 2895"/>
            <p:cNvSpPr>
              <a:spLocks noChangeArrowheads="1"/>
            </p:cNvSpPr>
            <p:nvPr/>
          </p:nvSpPr>
          <p:spPr bwMode="auto">
            <a:xfrm>
              <a:off x="1472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18" name="Rectangle 2896"/>
            <p:cNvSpPr>
              <a:spLocks noChangeArrowheads="1"/>
            </p:cNvSpPr>
            <p:nvPr/>
          </p:nvSpPr>
          <p:spPr bwMode="auto">
            <a:xfrm>
              <a:off x="1558" y="869"/>
              <a:ext cx="48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19" name="Rectangle 2897"/>
            <p:cNvSpPr>
              <a:spLocks noChangeArrowheads="1"/>
            </p:cNvSpPr>
            <p:nvPr/>
          </p:nvSpPr>
          <p:spPr bwMode="auto">
            <a:xfrm>
              <a:off x="1645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20" name="Rectangle 2898"/>
            <p:cNvSpPr>
              <a:spLocks noChangeArrowheads="1"/>
            </p:cNvSpPr>
            <p:nvPr/>
          </p:nvSpPr>
          <p:spPr bwMode="auto">
            <a:xfrm>
              <a:off x="1731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21" name="Rectangle 2899"/>
            <p:cNvSpPr>
              <a:spLocks noChangeArrowheads="1"/>
            </p:cNvSpPr>
            <p:nvPr/>
          </p:nvSpPr>
          <p:spPr bwMode="auto">
            <a:xfrm>
              <a:off x="1817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22" name="Rectangle 2900"/>
            <p:cNvSpPr>
              <a:spLocks noChangeArrowheads="1"/>
            </p:cNvSpPr>
            <p:nvPr/>
          </p:nvSpPr>
          <p:spPr bwMode="auto">
            <a:xfrm>
              <a:off x="1903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23" name="Rectangle 2901"/>
            <p:cNvSpPr>
              <a:spLocks noChangeArrowheads="1"/>
            </p:cNvSpPr>
            <p:nvPr/>
          </p:nvSpPr>
          <p:spPr bwMode="auto">
            <a:xfrm>
              <a:off x="1989" y="869"/>
              <a:ext cx="47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24" name="Rectangle 2902"/>
            <p:cNvSpPr>
              <a:spLocks noChangeArrowheads="1"/>
            </p:cNvSpPr>
            <p:nvPr/>
          </p:nvSpPr>
          <p:spPr bwMode="auto">
            <a:xfrm>
              <a:off x="2076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25" name="Rectangle 2903"/>
            <p:cNvSpPr>
              <a:spLocks noChangeArrowheads="1"/>
            </p:cNvSpPr>
            <p:nvPr/>
          </p:nvSpPr>
          <p:spPr bwMode="auto">
            <a:xfrm>
              <a:off x="2162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26" name="Rectangle 2904"/>
            <p:cNvSpPr>
              <a:spLocks noChangeArrowheads="1"/>
            </p:cNvSpPr>
            <p:nvPr/>
          </p:nvSpPr>
          <p:spPr bwMode="auto">
            <a:xfrm>
              <a:off x="2248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27" name="Rectangle 2905"/>
            <p:cNvSpPr>
              <a:spLocks noChangeArrowheads="1"/>
            </p:cNvSpPr>
            <p:nvPr/>
          </p:nvSpPr>
          <p:spPr bwMode="auto">
            <a:xfrm>
              <a:off x="2334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28" name="Rectangle 2906"/>
            <p:cNvSpPr>
              <a:spLocks noChangeArrowheads="1"/>
            </p:cNvSpPr>
            <p:nvPr/>
          </p:nvSpPr>
          <p:spPr bwMode="auto">
            <a:xfrm>
              <a:off x="2420" y="869"/>
              <a:ext cx="47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29" name="Rectangle 2907"/>
            <p:cNvSpPr>
              <a:spLocks noChangeArrowheads="1"/>
            </p:cNvSpPr>
            <p:nvPr/>
          </p:nvSpPr>
          <p:spPr bwMode="auto">
            <a:xfrm>
              <a:off x="2506" y="869"/>
              <a:ext cx="44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30" name="Rectangle 2908"/>
            <p:cNvSpPr>
              <a:spLocks noChangeArrowheads="1"/>
            </p:cNvSpPr>
            <p:nvPr/>
          </p:nvSpPr>
          <p:spPr bwMode="auto">
            <a:xfrm>
              <a:off x="2593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31" name="Rectangle 2909"/>
            <p:cNvSpPr>
              <a:spLocks noChangeArrowheads="1"/>
            </p:cNvSpPr>
            <p:nvPr/>
          </p:nvSpPr>
          <p:spPr bwMode="auto">
            <a:xfrm>
              <a:off x="2679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32" name="Rectangle 2910"/>
            <p:cNvSpPr>
              <a:spLocks noChangeArrowheads="1"/>
            </p:cNvSpPr>
            <p:nvPr/>
          </p:nvSpPr>
          <p:spPr bwMode="auto">
            <a:xfrm>
              <a:off x="2765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33" name="Rectangle 2911"/>
            <p:cNvSpPr>
              <a:spLocks noChangeArrowheads="1"/>
            </p:cNvSpPr>
            <p:nvPr/>
          </p:nvSpPr>
          <p:spPr bwMode="auto">
            <a:xfrm>
              <a:off x="2851" y="869"/>
              <a:ext cx="47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34" name="Rectangle 2912"/>
            <p:cNvSpPr>
              <a:spLocks noChangeArrowheads="1"/>
            </p:cNvSpPr>
            <p:nvPr/>
          </p:nvSpPr>
          <p:spPr bwMode="auto">
            <a:xfrm>
              <a:off x="2937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35" name="Rectangle 2913"/>
            <p:cNvSpPr>
              <a:spLocks noChangeArrowheads="1"/>
            </p:cNvSpPr>
            <p:nvPr/>
          </p:nvSpPr>
          <p:spPr bwMode="auto">
            <a:xfrm>
              <a:off x="3024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36" name="Rectangle 2914"/>
            <p:cNvSpPr>
              <a:spLocks noChangeArrowheads="1"/>
            </p:cNvSpPr>
            <p:nvPr/>
          </p:nvSpPr>
          <p:spPr bwMode="auto">
            <a:xfrm>
              <a:off x="3110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37" name="Rectangle 2915"/>
            <p:cNvSpPr>
              <a:spLocks noChangeArrowheads="1"/>
            </p:cNvSpPr>
            <p:nvPr/>
          </p:nvSpPr>
          <p:spPr bwMode="auto">
            <a:xfrm>
              <a:off x="3196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38" name="Rectangle 2916"/>
            <p:cNvSpPr>
              <a:spLocks noChangeArrowheads="1"/>
            </p:cNvSpPr>
            <p:nvPr/>
          </p:nvSpPr>
          <p:spPr bwMode="auto">
            <a:xfrm>
              <a:off x="3282" y="869"/>
              <a:ext cx="47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39" name="Rectangle 2917"/>
            <p:cNvSpPr>
              <a:spLocks noChangeArrowheads="1"/>
            </p:cNvSpPr>
            <p:nvPr/>
          </p:nvSpPr>
          <p:spPr bwMode="auto">
            <a:xfrm>
              <a:off x="3368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40" name="Rectangle 2918"/>
            <p:cNvSpPr>
              <a:spLocks noChangeArrowheads="1"/>
            </p:cNvSpPr>
            <p:nvPr/>
          </p:nvSpPr>
          <p:spPr bwMode="auto">
            <a:xfrm>
              <a:off x="3454" y="869"/>
              <a:ext cx="44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41" name="Rectangle 2919"/>
            <p:cNvSpPr>
              <a:spLocks noChangeArrowheads="1"/>
            </p:cNvSpPr>
            <p:nvPr/>
          </p:nvSpPr>
          <p:spPr bwMode="auto">
            <a:xfrm>
              <a:off x="3541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42" name="Rectangle 2920"/>
            <p:cNvSpPr>
              <a:spLocks noChangeArrowheads="1"/>
            </p:cNvSpPr>
            <p:nvPr/>
          </p:nvSpPr>
          <p:spPr bwMode="auto">
            <a:xfrm>
              <a:off x="3627" y="869"/>
              <a:ext cx="43" cy="43"/>
            </a:xfrm>
            <a:prstGeom prst="rect">
              <a:avLst/>
            </a:pr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43" name="Rectangle 2921"/>
            <p:cNvSpPr>
              <a:spLocks noChangeArrowheads="1"/>
            </p:cNvSpPr>
            <p:nvPr/>
          </p:nvSpPr>
          <p:spPr bwMode="auto">
            <a:xfrm>
              <a:off x="3713" y="869"/>
              <a:ext cx="47" cy="43"/>
            </a:xfrm>
            <a:prstGeom prst="rect">
              <a:avLst/>
            </a:pr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44" name="Rectangle 2922"/>
            <p:cNvSpPr>
              <a:spLocks noChangeArrowheads="1"/>
            </p:cNvSpPr>
            <p:nvPr/>
          </p:nvSpPr>
          <p:spPr bwMode="auto">
            <a:xfrm>
              <a:off x="3799" y="869"/>
              <a:ext cx="43" cy="43"/>
            </a:xfrm>
            <a:prstGeom prst="rect">
              <a:avLst/>
            </a:pr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45" name="Rectangle 2923"/>
            <p:cNvSpPr>
              <a:spLocks noChangeArrowheads="1"/>
            </p:cNvSpPr>
            <p:nvPr/>
          </p:nvSpPr>
          <p:spPr bwMode="auto">
            <a:xfrm>
              <a:off x="3885" y="869"/>
              <a:ext cx="43" cy="43"/>
            </a:xfrm>
            <a:prstGeom prst="rect">
              <a:avLst/>
            </a:pr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46" name="Rectangle 2924"/>
            <p:cNvSpPr>
              <a:spLocks noChangeArrowheads="1"/>
            </p:cNvSpPr>
            <p:nvPr/>
          </p:nvSpPr>
          <p:spPr bwMode="auto">
            <a:xfrm>
              <a:off x="3972" y="869"/>
              <a:ext cx="43" cy="43"/>
            </a:xfrm>
            <a:prstGeom prst="rect">
              <a:avLst/>
            </a:pr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47" name="Rectangle 2925"/>
            <p:cNvSpPr>
              <a:spLocks noChangeArrowheads="1"/>
            </p:cNvSpPr>
            <p:nvPr/>
          </p:nvSpPr>
          <p:spPr bwMode="auto">
            <a:xfrm>
              <a:off x="4058" y="869"/>
              <a:ext cx="43" cy="43"/>
            </a:xfrm>
            <a:prstGeom prst="rect">
              <a:avLst/>
            </a:pr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48" name="Rectangle 2926"/>
            <p:cNvSpPr>
              <a:spLocks noChangeArrowheads="1"/>
            </p:cNvSpPr>
            <p:nvPr/>
          </p:nvSpPr>
          <p:spPr bwMode="auto">
            <a:xfrm>
              <a:off x="4144" y="869"/>
              <a:ext cx="47" cy="43"/>
            </a:xfrm>
            <a:prstGeom prst="rect">
              <a:avLst/>
            </a:pr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49" name="Rectangle 2927"/>
            <p:cNvSpPr>
              <a:spLocks noChangeArrowheads="1"/>
            </p:cNvSpPr>
            <p:nvPr/>
          </p:nvSpPr>
          <p:spPr bwMode="auto">
            <a:xfrm>
              <a:off x="4230" y="869"/>
              <a:ext cx="43" cy="43"/>
            </a:xfrm>
            <a:prstGeom prst="rect">
              <a:avLst/>
            </a:pr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50" name="Rectangle 2928"/>
            <p:cNvSpPr>
              <a:spLocks noChangeArrowheads="1"/>
            </p:cNvSpPr>
            <p:nvPr/>
          </p:nvSpPr>
          <p:spPr bwMode="auto">
            <a:xfrm>
              <a:off x="4316" y="869"/>
              <a:ext cx="47" cy="43"/>
            </a:xfrm>
            <a:prstGeom prst="rect">
              <a:avLst/>
            </a:pr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51" name="Rectangle 2929"/>
            <p:cNvSpPr>
              <a:spLocks noChangeArrowheads="1"/>
            </p:cNvSpPr>
            <p:nvPr/>
          </p:nvSpPr>
          <p:spPr bwMode="auto">
            <a:xfrm>
              <a:off x="4402" y="869"/>
              <a:ext cx="44" cy="43"/>
            </a:xfrm>
            <a:prstGeom prst="rect">
              <a:avLst/>
            </a:prstGeom>
            <a:solidFill>
              <a:srgbClr val="9EA6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52" name="Rectangle 2930"/>
            <p:cNvSpPr>
              <a:spLocks noChangeArrowheads="1"/>
            </p:cNvSpPr>
            <p:nvPr/>
          </p:nvSpPr>
          <p:spPr bwMode="auto">
            <a:xfrm>
              <a:off x="4489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53" name="Rectangle 2931"/>
            <p:cNvSpPr>
              <a:spLocks noChangeArrowheads="1"/>
            </p:cNvSpPr>
            <p:nvPr/>
          </p:nvSpPr>
          <p:spPr bwMode="auto">
            <a:xfrm>
              <a:off x="4575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54" name="Rectangle 2932"/>
            <p:cNvSpPr>
              <a:spLocks noChangeArrowheads="1"/>
            </p:cNvSpPr>
            <p:nvPr/>
          </p:nvSpPr>
          <p:spPr bwMode="auto">
            <a:xfrm>
              <a:off x="4661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55" name="Rectangle 2933"/>
            <p:cNvSpPr>
              <a:spLocks noChangeArrowheads="1"/>
            </p:cNvSpPr>
            <p:nvPr/>
          </p:nvSpPr>
          <p:spPr bwMode="auto">
            <a:xfrm>
              <a:off x="4747" y="869"/>
              <a:ext cx="47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56" name="Rectangle 2934"/>
            <p:cNvSpPr>
              <a:spLocks noChangeArrowheads="1"/>
            </p:cNvSpPr>
            <p:nvPr/>
          </p:nvSpPr>
          <p:spPr bwMode="auto">
            <a:xfrm>
              <a:off x="4833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57" name="Rectangle 2935"/>
            <p:cNvSpPr>
              <a:spLocks noChangeArrowheads="1"/>
            </p:cNvSpPr>
            <p:nvPr/>
          </p:nvSpPr>
          <p:spPr bwMode="auto">
            <a:xfrm>
              <a:off x="4920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58" name="Rectangle 2936"/>
            <p:cNvSpPr>
              <a:spLocks noChangeArrowheads="1"/>
            </p:cNvSpPr>
            <p:nvPr/>
          </p:nvSpPr>
          <p:spPr bwMode="auto">
            <a:xfrm>
              <a:off x="5006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59" name="Rectangle 2937"/>
            <p:cNvSpPr>
              <a:spLocks noChangeArrowheads="1"/>
            </p:cNvSpPr>
            <p:nvPr/>
          </p:nvSpPr>
          <p:spPr bwMode="auto">
            <a:xfrm>
              <a:off x="5092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60" name="Rectangle 2938"/>
            <p:cNvSpPr>
              <a:spLocks noChangeArrowheads="1"/>
            </p:cNvSpPr>
            <p:nvPr/>
          </p:nvSpPr>
          <p:spPr bwMode="auto">
            <a:xfrm>
              <a:off x="5178" y="869"/>
              <a:ext cx="47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61" name="Rectangle 2939"/>
            <p:cNvSpPr>
              <a:spLocks noChangeArrowheads="1"/>
            </p:cNvSpPr>
            <p:nvPr/>
          </p:nvSpPr>
          <p:spPr bwMode="auto">
            <a:xfrm>
              <a:off x="5264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62" name="Rectangle 2940"/>
            <p:cNvSpPr>
              <a:spLocks noChangeArrowheads="1"/>
            </p:cNvSpPr>
            <p:nvPr/>
          </p:nvSpPr>
          <p:spPr bwMode="auto">
            <a:xfrm>
              <a:off x="5350" y="869"/>
              <a:ext cx="44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63" name="Rectangle 2941"/>
            <p:cNvSpPr>
              <a:spLocks noChangeArrowheads="1"/>
            </p:cNvSpPr>
            <p:nvPr/>
          </p:nvSpPr>
          <p:spPr bwMode="auto">
            <a:xfrm>
              <a:off x="5437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64" name="Rectangle 2942"/>
            <p:cNvSpPr>
              <a:spLocks noChangeArrowheads="1"/>
            </p:cNvSpPr>
            <p:nvPr/>
          </p:nvSpPr>
          <p:spPr bwMode="auto">
            <a:xfrm>
              <a:off x="5523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65" name="Rectangle 2943"/>
            <p:cNvSpPr>
              <a:spLocks noChangeArrowheads="1"/>
            </p:cNvSpPr>
            <p:nvPr/>
          </p:nvSpPr>
          <p:spPr bwMode="auto">
            <a:xfrm>
              <a:off x="5609" y="869"/>
              <a:ext cx="47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66" name="Rectangle 2944"/>
            <p:cNvSpPr>
              <a:spLocks noChangeArrowheads="1"/>
            </p:cNvSpPr>
            <p:nvPr/>
          </p:nvSpPr>
          <p:spPr bwMode="auto">
            <a:xfrm>
              <a:off x="5695" y="869"/>
              <a:ext cx="43" cy="43"/>
            </a:xfrm>
            <a:prstGeom prst="rect">
              <a:avLst/>
            </a:prstGeom>
            <a:solidFill>
              <a:srgbClr val="626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67" name="Rectangle 2945"/>
            <p:cNvSpPr>
              <a:spLocks noChangeArrowheads="1"/>
            </p:cNvSpPr>
            <p:nvPr/>
          </p:nvSpPr>
          <p:spPr bwMode="auto">
            <a:xfrm>
              <a:off x="7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68" name="Rectangle 2946"/>
            <p:cNvSpPr>
              <a:spLocks noChangeArrowheads="1"/>
            </p:cNvSpPr>
            <p:nvPr/>
          </p:nvSpPr>
          <p:spPr bwMode="auto">
            <a:xfrm>
              <a:off x="93" y="955"/>
              <a:ext cx="47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69" name="Rectangle 2947"/>
            <p:cNvSpPr>
              <a:spLocks noChangeArrowheads="1"/>
            </p:cNvSpPr>
            <p:nvPr/>
          </p:nvSpPr>
          <p:spPr bwMode="auto">
            <a:xfrm>
              <a:off x="180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70" name="Rectangle 2948"/>
            <p:cNvSpPr>
              <a:spLocks noChangeArrowheads="1"/>
            </p:cNvSpPr>
            <p:nvPr/>
          </p:nvSpPr>
          <p:spPr bwMode="auto">
            <a:xfrm>
              <a:off x="266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71" name="Rectangle 2949"/>
            <p:cNvSpPr>
              <a:spLocks noChangeArrowheads="1"/>
            </p:cNvSpPr>
            <p:nvPr/>
          </p:nvSpPr>
          <p:spPr bwMode="auto">
            <a:xfrm>
              <a:off x="352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72" name="Rectangle 2950"/>
            <p:cNvSpPr>
              <a:spLocks noChangeArrowheads="1"/>
            </p:cNvSpPr>
            <p:nvPr/>
          </p:nvSpPr>
          <p:spPr bwMode="auto">
            <a:xfrm>
              <a:off x="438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73" name="Rectangle 2951"/>
            <p:cNvSpPr>
              <a:spLocks noChangeArrowheads="1"/>
            </p:cNvSpPr>
            <p:nvPr/>
          </p:nvSpPr>
          <p:spPr bwMode="auto">
            <a:xfrm>
              <a:off x="524" y="955"/>
              <a:ext cx="47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74" name="Rectangle 2952"/>
            <p:cNvSpPr>
              <a:spLocks noChangeArrowheads="1"/>
            </p:cNvSpPr>
            <p:nvPr/>
          </p:nvSpPr>
          <p:spPr bwMode="auto">
            <a:xfrm>
              <a:off x="610" y="955"/>
              <a:ext cx="44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75" name="Rectangle 2953"/>
            <p:cNvSpPr>
              <a:spLocks noChangeArrowheads="1"/>
            </p:cNvSpPr>
            <p:nvPr/>
          </p:nvSpPr>
          <p:spPr bwMode="auto">
            <a:xfrm>
              <a:off x="697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76" name="Rectangle 2954"/>
            <p:cNvSpPr>
              <a:spLocks noChangeArrowheads="1"/>
            </p:cNvSpPr>
            <p:nvPr/>
          </p:nvSpPr>
          <p:spPr bwMode="auto">
            <a:xfrm>
              <a:off x="783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77" name="Rectangle 2955"/>
            <p:cNvSpPr>
              <a:spLocks noChangeArrowheads="1"/>
            </p:cNvSpPr>
            <p:nvPr/>
          </p:nvSpPr>
          <p:spPr bwMode="auto">
            <a:xfrm>
              <a:off x="869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78" name="Rectangle 2956"/>
            <p:cNvSpPr>
              <a:spLocks noChangeArrowheads="1"/>
            </p:cNvSpPr>
            <p:nvPr/>
          </p:nvSpPr>
          <p:spPr bwMode="auto">
            <a:xfrm>
              <a:off x="955" y="955"/>
              <a:ext cx="47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79" name="Rectangle 2957"/>
            <p:cNvSpPr>
              <a:spLocks noChangeArrowheads="1"/>
            </p:cNvSpPr>
            <p:nvPr/>
          </p:nvSpPr>
          <p:spPr bwMode="auto">
            <a:xfrm>
              <a:off x="1041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80" name="Rectangle 2958"/>
            <p:cNvSpPr>
              <a:spLocks noChangeArrowheads="1"/>
            </p:cNvSpPr>
            <p:nvPr/>
          </p:nvSpPr>
          <p:spPr bwMode="auto">
            <a:xfrm>
              <a:off x="1128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81" name="Rectangle 2959"/>
            <p:cNvSpPr>
              <a:spLocks noChangeArrowheads="1"/>
            </p:cNvSpPr>
            <p:nvPr/>
          </p:nvSpPr>
          <p:spPr bwMode="auto">
            <a:xfrm>
              <a:off x="1214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82" name="Rectangle 2960"/>
            <p:cNvSpPr>
              <a:spLocks noChangeArrowheads="1"/>
            </p:cNvSpPr>
            <p:nvPr/>
          </p:nvSpPr>
          <p:spPr bwMode="auto">
            <a:xfrm>
              <a:off x="1300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83" name="Rectangle 2961"/>
            <p:cNvSpPr>
              <a:spLocks noChangeArrowheads="1"/>
            </p:cNvSpPr>
            <p:nvPr/>
          </p:nvSpPr>
          <p:spPr bwMode="auto">
            <a:xfrm>
              <a:off x="1386" y="955"/>
              <a:ext cx="47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84" name="Rectangle 2962"/>
            <p:cNvSpPr>
              <a:spLocks noChangeArrowheads="1"/>
            </p:cNvSpPr>
            <p:nvPr/>
          </p:nvSpPr>
          <p:spPr bwMode="auto">
            <a:xfrm>
              <a:off x="1472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85" name="Rectangle 2963"/>
            <p:cNvSpPr>
              <a:spLocks noChangeArrowheads="1"/>
            </p:cNvSpPr>
            <p:nvPr/>
          </p:nvSpPr>
          <p:spPr bwMode="auto">
            <a:xfrm>
              <a:off x="1558" y="955"/>
              <a:ext cx="48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86" name="Rectangle 2964"/>
            <p:cNvSpPr>
              <a:spLocks noChangeArrowheads="1"/>
            </p:cNvSpPr>
            <p:nvPr/>
          </p:nvSpPr>
          <p:spPr bwMode="auto">
            <a:xfrm>
              <a:off x="1645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87" name="Rectangle 2965"/>
            <p:cNvSpPr>
              <a:spLocks noChangeArrowheads="1"/>
            </p:cNvSpPr>
            <p:nvPr/>
          </p:nvSpPr>
          <p:spPr bwMode="auto">
            <a:xfrm>
              <a:off x="1731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88" name="Rectangle 2966"/>
            <p:cNvSpPr>
              <a:spLocks noChangeArrowheads="1"/>
            </p:cNvSpPr>
            <p:nvPr/>
          </p:nvSpPr>
          <p:spPr bwMode="auto">
            <a:xfrm>
              <a:off x="1817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89" name="Rectangle 2967"/>
            <p:cNvSpPr>
              <a:spLocks noChangeArrowheads="1"/>
            </p:cNvSpPr>
            <p:nvPr/>
          </p:nvSpPr>
          <p:spPr bwMode="auto">
            <a:xfrm>
              <a:off x="1903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90" name="Rectangle 2968"/>
            <p:cNvSpPr>
              <a:spLocks noChangeArrowheads="1"/>
            </p:cNvSpPr>
            <p:nvPr/>
          </p:nvSpPr>
          <p:spPr bwMode="auto">
            <a:xfrm>
              <a:off x="1989" y="955"/>
              <a:ext cx="47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91" name="Rectangle 2969"/>
            <p:cNvSpPr>
              <a:spLocks noChangeArrowheads="1"/>
            </p:cNvSpPr>
            <p:nvPr/>
          </p:nvSpPr>
          <p:spPr bwMode="auto">
            <a:xfrm>
              <a:off x="2076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92" name="Rectangle 2970"/>
            <p:cNvSpPr>
              <a:spLocks noChangeArrowheads="1"/>
            </p:cNvSpPr>
            <p:nvPr/>
          </p:nvSpPr>
          <p:spPr bwMode="auto">
            <a:xfrm>
              <a:off x="2162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93" name="Rectangle 2971"/>
            <p:cNvSpPr>
              <a:spLocks noChangeArrowheads="1"/>
            </p:cNvSpPr>
            <p:nvPr/>
          </p:nvSpPr>
          <p:spPr bwMode="auto">
            <a:xfrm>
              <a:off x="2248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94" name="Rectangle 2972"/>
            <p:cNvSpPr>
              <a:spLocks noChangeArrowheads="1"/>
            </p:cNvSpPr>
            <p:nvPr/>
          </p:nvSpPr>
          <p:spPr bwMode="auto">
            <a:xfrm>
              <a:off x="2334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95" name="Rectangle 2973"/>
            <p:cNvSpPr>
              <a:spLocks noChangeArrowheads="1"/>
            </p:cNvSpPr>
            <p:nvPr/>
          </p:nvSpPr>
          <p:spPr bwMode="auto">
            <a:xfrm>
              <a:off x="2420" y="955"/>
              <a:ext cx="47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96" name="Rectangle 2974"/>
            <p:cNvSpPr>
              <a:spLocks noChangeArrowheads="1"/>
            </p:cNvSpPr>
            <p:nvPr/>
          </p:nvSpPr>
          <p:spPr bwMode="auto">
            <a:xfrm>
              <a:off x="2506" y="955"/>
              <a:ext cx="44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97" name="Rectangle 2975"/>
            <p:cNvSpPr>
              <a:spLocks noChangeArrowheads="1"/>
            </p:cNvSpPr>
            <p:nvPr/>
          </p:nvSpPr>
          <p:spPr bwMode="auto">
            <a:xfrm>
              <a:off x="2593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98" name="Rectangle 2976"/>
            <p:cNvSpPr>
              <a:spLocks noChangeArrowheads="1"/>
            </p:cNvSpPr>
            <p:nvPr/>
          </p:nvSpPr>
          <p:spPr bwMode="auto">
            <a:xfrm>
              <a:off x="2679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199" name="Rectangle 2977"/>
            <p:cNvSpPr>
              <a:spLocks noChangeArrowheads="1"/>
            </p:cNvSpPr>
            <p:nvPr/>
          </p:nvSpPr>
          <p:spPr bwMode="auto">
            <a:xfrm>
              <a:off x="2765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00" name="Rectangle 2978"/>
            <p:cNvSpPr>
              <a:spLocks noChangeArrowheads="1"/>
            </p:cNvSpPr>
            <p:nvPr/>
          </p:nvSpPr>
          <p:spPr bwMode="auto">
            <a:xfrm>
              <a:off x="2851" y="955"/>
              <a:ext cx="47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01" name="Rectangle 2979"/>
            <p:cNvSpPr>
              <a:spLocks noChangeArrowheads="1"/>
            </p:cNvSpPr>
            <p:nvPr/>
          </p:nvSpPr>
          <p:spPr bwMode="auto">
            <a:xfrm>
              <a:off x="2937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02" name="Rectangle 2980"/>
            <p:cNvSpPr>
              <a:spLocks noChangeArrowheads="1"/>
            </p:cNvSpPr>
            <p:nvPr/>
          </p:nvSpPr>
          <p:spPr bwMode="auto">
            <a:xfrm>
              <a:off x="3024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03" name="Rectangle 2981"/>
            <p:cNvSpPr>
              <a:spLocks noChangeArrowheads="1"/>
            </p:cNvSpPr>
            <p:nvPr/>
          </p:nvSpPr>
          <p:spPr bwMode="auto">
            <a:xfrm>
              <a:off x="3110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04" name="Rectangle 2982"/>
            <p:cNvSpPr>
              <a:spLocks noChangeArrowheads="1"/>
            </p:cNvSpPr>
            <p:nvPr/>
          </p:nvSpPr>
          <p:spPr bwMode="auto">
            <a:xfrm>
              <a:off x="3196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05" name="Rectangle 2983"/>
            <p:cNvSpPr>
              <a:spLocks noChangeArrowheads="1"/>
            </p:cNvSpPr>
            <p:nvPr/>
          </p:nvSpPr>
          <p:spPr bwMode="auto">
            <a:xfrm>
              <a:off x="3282" y="955"/>
              <a:ext cx="47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06" name="Rectangle 2984"/>
            <p:cNvSpPr>
              <a:spLocks noChangeArrowheads="1"/>
            </p:cNvSpPr>
            <p:nvPr/>
          </p:nvSpPr>
          <p:spPr bwMode="auto">
            <a:xfrm>
              <a:off x="3368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07" name="Rectangle 2985"/>
            <p:cNvSpPr>
              <a:spLocks noChangeArrowheads="1"/>
            </p:cNvSpPr>
            <p:nvPr/>
          </p:nvSpPr>
          <p:spPr bwMode="auto">
            <a:xfrm>
              <a:off x="3454" y="955"/>
              <a:ext cx="44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08" name="Rectangle 2986"/>
            <p:cNvSpPr>
              <a:spLocks noChangeArrowheads="1"/>
            </p:cNvSpPr>
            <p:nvPr/>
          </p:nvSpPr>
          <p:spPr bwMode="auto">
            <a:xfrm>
              <a:off x="3541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09" name="Rectangle 2987"/>
            <p:cNvSpPr>
              <a:spLocks noChangeArrowheads="1"/>
            </p:cNvSpPr>
            <p:nvPr/>
          </p:nvSpPr>
          <p:spPr bwMode="auto">
            <a:xfrm>
              <a:off x="3627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10" name="Rectangle 2988"/>
            <p:cNvSpPr>
              <a:spLocks noChangeArrowheads="1"/>
            </p:cNvSpPr>
            <p:nvPr/>
          </p:nvSpPr>
          <p:spPr bwMode="auto">
            <a:xfrm>
              <a:off x="3713" y="955"/>
              <a:ext cx="47" cy="43"/>
            </a:xfrm>
            <a:prstGeom prst="rect">
              <a:avLst/>
            </a:pr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11" name="Rectangle 2989"/>
            <p:cNvSpPr>
              <a:spLocks noChangeArrowheads="1"/>
            </p:cNvSpPr>
            <p:nvPr/>
          </p:nvSpPr>
          <p:spPr bwMode="auto">
            <a:xfrm>
              <a:off x="3799" y="955"/>
              <a:ext cx="43" cy="43"/>
            </a:xfrm>
            <a:prstGeom prst="rect">
              <a:avLst/>
            </a:pr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12" name="Rectangle 2990"/>
            <p:cNvSpPr>
              <a:spLocks noChangeArrowheads="1"/>
            </p:cNvSpPr>
            <p:nvPr/>
          </p:nvSpPr>
          <p:spPr bwMode="auto">
            <a:xfrm>
              <a:off x="3885" y="955"/>
              <a:ext cx="43" cy="43"/>
            </a:xfrm>
            <a:prstGeom prst="rect">
              <a:avLst/>
            </a:pr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13" name="Rectangle 2991"/>
            <p:cNvSpPr>
              <a:spLocks noChangeArrowheads="1"/>
            </p:cNvSpPr>
            <p:nvPr/>
          </p:nvSpPr>
          <p:spPr bwMode="auto">
            <a:xfrm>
              <a:off x="3972" y="955"/>
              <a:ext cx="43" cy="43"/>
            </a:xfrm>
            <a:prstGeom prst="rect">
              <a:avLst/>
            </a:pr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14" name="Rectangle 2992"/>
            <p:cNvSpPr>
              <a:spLocks noChangeArrowheads="1"/>
            </p:cNvSpPr>
            <p:nvPr/>
          </p:nvSpPr>
          <p:spPr bwMode="auto">
            <a:xfrm>
              <a:off x="4058" y="955"/>
              <a:ext cx="43" cy="43"/>
            </a:xfrm>
            <a:prstGeom prst="rect">
              <a:avLst/>
            </a:pr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15" name="Rectangle 2993"/>
            <p:cNvSpPr>
              <a:spLocks noChangeArrowheads="1"/>
            </p:cNvSpPr>
            <p:nvPr/>
          </p:nvSpPr>
          <p:spPr bwMode="auto">
            <a:xfrm>
              <a:off x="4144" y="955"/>
              <a:ext cx="47" cy="43"/>
            </a:xfrm>
            <a:prstGeom prst="rect">
              <a:avLst/>
            </a:prstGeom>
            <a:solidFill>
              <a:srgbClr val="A7AF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16" name="Rectangle 2994"/>
            <p:cNvSpPr>
              <a:spLocks noChangeArrowheads="1"/>
            </p:cNvSpPr>
            <p:nvPr/>
          </p:nvSpPr>
          <p:spPr bwMode="auto">
            <a:xfrm>
              <a:off x="4230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17" name="Rectangle 2995"/>
            <p:cNvSpPr>
              <a:spLocks noChangeArrowheads="1"/>
            </p:cNvSpPr>
            <p:nvPr/>
          </p:nvSpPr>
          <p:spPr bwMode="auto">
            <a:xfrm>
              <a:off x="4316" y="955"/>
              <a:ext cx="47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18" name="Rectangle 2996"/>
            <p:cNvSpPr>
              <a:spLocks noChangeArrowheads="1"/>
            </p:cNvSpPr>
            <p:nvPr/>
          </p:nvSpPr>
          <p:spPr bwMode="auto">
            <a:xfrm>
              <a:off x="4402" y="955"/>
              <a:ext cx="44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19" name="Rectangle 2997"/>
            <p:cNvSpPr>
              <a:spLocks noChangeArrowheads="1"/>
            </p:cNvSpPr>
            <p:nvPr/>
          </p:nvSpPr>
          <p:spPr bwMode="auto">
            <a:xfrm>
              <a:off x="4489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20" name="Rectangle 2998"/>
            <p:cNvSpPr>
              <a:spLocks noChangeArrowheads="1"/>
            </p:cNvSpPr>
            <p:nvPr/>
          </p:nvSpPr>
          <p:spPr bwMode="auto">
            <a:xfrm>
              <a:off x="4575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21" name="Rectangle 2999"/>
            <p:cNvSpPr>
              <a:spLocks noChangeArrowheads="1"/>
            </p:cNvSpPr>
            <p:nvPr/>
          </p:nvSpPr>
          <p:spPr bwMode="auto">
            <a:xfrm>
              <a:off x="4661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22" name="Rectangle 3000"/>
            <p:cNvSpPr>
              <a:spLocks noChangeArrowheads="1"/>
            </p:cNvSpPr>
            <p:nvPr/>
          </p:nvSpPr>
          <p:spPr bwMode="auto">
            <a:xfrm>
              <a:off x="4747" y="955"/>
              <a:ext cx="47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23" name="Rectangle 3001"/>
            <p:cNvSpPr>
              <a:spLocks noChangeArrowheads="1"/>
            </p:cNvSpPr>
            <p:nvPr/>
          </p:nvSpPr>
          <p:spPr bwMode="auto">
            <a:xfrm>
              <a:off x="4833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24" name="Rectangle 3002"/>
            <p:cNvSpPr>
              <a:spLocks noChangeArrowheads="1"/>
            </p:cNvSpPr>
            <p:nvPr/>
          </p:nvSpPr>
          <p:spPr bwMode="auto">
            <a:xfrm>
              <a:off x="4920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25" name="Rectangle 3003"/>
            <p:cNvSpPr>
              <a:spLocks noChangeArrowheads="1"/>
            </p:cNvSpPr>
            <p:nvPr/>
          </p:nvSpPr>
          <p:spPr bwMode="auto">
            <a:xfrm>
              <a:off x="5006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26" name="Rectangle 3004"/>
            <p:cNvSpPr>
              <a:spLocks noChangeArrowheads="1"/>
            </p:cNvSpPr>
            <p:nvPr/>
          </p:nvSpPr>
          <p:spPr bwMode="auto">
            <a:xfrm>
              <a:off x="5092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27" name="Rectangle 3005"/>
            <p:cNvSpPr>
              <a:spLocks noChangeArrowheads="1"/>
            </p:cNvSpPr>
            <p:nvPr/>
          </p:nvSpPr>
          <p:spPr bwMode="auto">
            <a:xfrm>
              <a:off x="5178" y="955"/>
              <a:ext cx="47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28" name="Rectangle 3006"/>
            <p:cNvSpPr>
              <a:spLocks noChangeArrowheads="1"/>
            </p:cNvSpPr>
            <p:nvPr/>
          </p:nvSpPr>
          <p:spPr bwMode="auto">
            <a:xfrm>
              <a:off x="5264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29" name="Rectangle 3007"/>
            <p:cNvSpPr>
              <a:spLocks noChangeArrowheads="1"/>
            </p:cNvSpPr>
            <p:nvPr/>
          </p:nvSpPr>
          <p:spPr bwMode="auto">
            <a:xfrm>
              <a:off x="5350" y="955"/>
              <a:ext cx="44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30" name="Rectangle 3008"/>
            <p:cNvSpPr>
              <a:spLocks noChangeArrowheads="1"/>
            </p:cNvSpPr>
            <p:nvPr/>
          </p:nvSpPr>
          <p:spPr bwMode="auto">
            <a:xfrm>
              <a:off x="5437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31" name="Rectangle 3010"/>
            <p:cNvSpPr>
              <a:spLocks noChangeArrowheads="1"/>
            </p:cNvSpPr>
            <p:nvPr/>
          </p:nvSpPr>
          <p:spPr bwMode="auto">
            <a:xfrm>
              <a:off x="5523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32" name="Rectangle 3011"/>
            <p:cNvSpPr>
              <a:spLocks noChangeArrowheads="1"/>
            </p:cNvSpPr>
            <p:nvPr/>
          </p:nvSpPr>
          <p:spPr bwMode="auto">
            <a:xfrm>
              <a:off x="5609" y="955"/>
              <a:ext cx="47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33" name="Rectangle 3012"/>
            <p:cNvSpPr>
              <a:spLocks noChangeArrowheads="1"/>
            </p:cNvSpPr>
            <p:nvPr/>
          </p:nvSpPr>
          <p:spPr bwMode="auto">
            <a:xfrm>
              <a:off x="5695" y="955"/>
              <a:ext cx="43" cy="43"/>
            </a:xfrm>
            <a:prstGeom prst="rect">
              <a:avLst/>
            </a:prstGeom>
            <a:solidFill>
              <a:srgbClr val="CCD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34" name="Rectangle 3013"/>
            <p:cNvSpPr>
              <a:spLocks noChangeArrowheads="1"/>
            </p:cNvSpPr>
            <p:nvPr/>
          </p:nvSpPr>
          <p:spPr bwMode="auto">
            <a:xfrm>
              <a:off x="7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35" name="Rectangle 3014"/>
            <p:cNvSpPr>
              <a:spLocks noChangeArrowheads="1"/>
            </p:cNvSpPr>
            <p:nvPr/>
          </p:nvSpPr>
          <p:spPr bwMode="auto">
            <a:xfrm>
              <a:off x="93" y="1041"/>
              <a:ext cx="47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36" name="Rectangle 3015"/>
            <p:cNvSpPr>
              <a:spLocks noChangeArrowheads="1"/>
            </p:cNvSpPr>
            <p:nvPr/>
          </p:nvSpPr>
          <p:spPr bwMode="auto">
            <a:xfrm>
              <a:off x="180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37" name="Rectangle 3016"/>
            <p:cNvSpPr>
              <a:spLocks noChangeArrowheads="1"/>
            </p:cNvSpPr>
            <p:nvPr/>
          </p:nvSpPr>
          <p:spPr bwMode="auto">
            <a:xfrm>
              <a:off x="266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38" name="Rectangle 3017"/>
            <p:cNvSpPr>
              <a:spLocks noChangeArrowheads="1"/>
            </p:cNvSpPr>
            <p:nvPr/>
          </p:nvSpPr>
          <p:spPr bwMode="auto">
            <a:xfrm>
              <a:off x="352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39" name="Rectangle 3018"/>
            <p:cNvSpPr>
              <a:spLocks noChangeArrowheads="1"/>
            </p:cNvSpPr>
            <p:nvPr/>
          </p:nvSpPr>
          <p:spPr bwMode="auto">
            <a:xfrm>
              <a:off x="438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40" name="Rectangle 3019"/>
            <p:cNvSpPr>
              <a:spLocks noChangeArrowheads="1"/>
            </p:cNvSpPr>
            <p:nvPr/>
          </p:nvSpPr>
          <p:spPr bwMode="auto">
            <a:xfrm>
              <a:off x="524" y="1041"/>
              <a:ext cx="47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41" name="Rectangle 3020"/>
            <p:cNvSpPr>
              <a:spLocks noChangeArrowheads="1"/>
            </p:cNvSpPr>
            <p:nvPr/>
          </p:nvSpPr>
          <p:spPr bwMode="auto">
            <a:xfrm>
              <a:off x="610" y="1041"/>
              <a:ext cx="44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42" name="Rectangle 3021"/>
            <p:cNvSpPr>
              <a:spLocks noChangeArrowheads="1"/>
            </p:cNvSpPr>
            <p:nvPr/>
          </p:nvSpPr>
          <p:spPr bwMode="auto">
            <a:xfrm>
              <a:off x="697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43" name="Rectangle 3022"/>
            <p:cNvSpPr>
              <a:spLocks noChangeArrowheads="1"/>
            </p:cNvSpPr>
            <p:nvPr/>
          </p:nvSpPr>
          <p:spPr bwMode="auto">
            <a:xfrm>
              <a:off x="783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44" name="Rectangle 3023"/>
            <p:cNvSpPr>
              <a:spLocks noChangeArrowheads="1"/>
            </p:cNvSpPr>
            <p:nvPr/>
          </p:nvSpPr>
          <p:spPr bwMode="auto">
            <a:xfrm>
              <a:off x="869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45" name="Rectangle 3024"/>
            <p:cNvSpPr>
              <a:spLocks noChangeArrowheads="1"/>
            </p:cNvSpPr>
            <p:nvPr/>
          </p:nvSpPr>
          <p:spPr bwMode="auto">
            <a:xfrm>
              <a:off x="955" y="1041"/>
              <a:ext cx="47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46" name="Rectangle 3025"/>
            <p:cNvSpPr>
              <a:spLocks noChangeArrowheads="1"/>
            </p:cNvSpPr>
            <p:nvPr/>
          </p:nvSpPr>
          <p:spPr bwMode="auto">
            <a:xfrm>
              <a:off x="1041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47" name="Rectangle 3026"/>
            <p:cNvSpPr>
              <a:spLocks noChangeArrowheads="1"/>
            </p:cNvSpPr>
            <p:nvPr/>
          </p:nvSpPr>
          <p:spPr bwMode="auto">
            <a:xfrm>
              <a:off x="1128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48" name="Rectangle 3027"/>
            <p:cNvSpPr>
              <a:spLocks noChangeArrowheads="1"/>
            </p:cNvSpPr>
            <p:nvPr/>
          </p:nvSpPr>
          <p:spPr bwMode="auto">
            <a:xfrm>
              <a:off x="1214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49" name="Rectangle 3028"/>
            <p:cNvSpPr>
              <a:spLocks noChangeArrowheads="1"/>
            </p:cNvSpPr>
            <p:nvPr/>
          </p:nvSpPr>
          <p:spPr bwMode="auto">
            <a:xfrm>
              <a:off x="1300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50" name="Rectangle 3029"/>
            <p:cNvSpPr>
              <a:spLocks noChangeArrowheads="1"/>
            </p:cNvSpPr>
            <p:nvPr/>
          </p:nvSpPr>
          <p:spPr bwMode="auto">
            <a:xfrm>
              <a:off x="1386" y="1041"/>
              <a:ext cx="47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51" name="Rectangle 3030"/>
            <p:cNvSpPr>
              <a:spLocks noChangeArrowheads="1"/>
            </p:cNvSpPr>
            <p:nvPr/>
          </p:nvSpPr>
          <p:spPr bwMode="auto">
            <a:xfrm>
              <a:off x="1472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52" name="Rectangle 3031"/>
            <p:cNvSpPr>
              <a:spLocks noChangeArrowheads="1"/>
            </p:cNvSpPr>
            <p:nvPr/>
          </p:nvSpPr>
          <p:spPr bwMode="auto">
            <a:xfrm>
              <a:off x="1558" y="1041"/>
              <a:ext cx="48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53" name="Rectangle 3032"/>
            <p:cNvSpPr>
              <a:spLocks noChangeArrowheads="1"/>
            </p:cNvSpPr>
            <p:nvPr/>
          </p:nvSpPr>
          <p:spPr bwMode="auto">
            <a:xfrm>
              <a:off x="1645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54" name="Rectangle 3033"/>
            <p:cNvSpPr>
              <a:spLocks noChangeArrowheads="1"/>
            </p:cNvSpPr>
            <p:nvPr/>
          </p:nvSpPr>
          <p:spPr bwMode="auto">
            <a:xfrm>
              <a:off x="1731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55" name="Rectangle 3034"/>
            <p:cNvSpPr>
              <a:spLocks noChangeArrowheads="1"/>
            </p:cNvSpPr>
            <p:nvPr/>
          </p:nvSpPr>
          <p:spPr bwMode="auto">
            <a:xfrm>
              <a:off x="1817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56" name="Rectangle 3035"/>
            <p:cNvSpPr>
              <a:spLocks noChangeArrowheads="1"/>
            </p:cNvSpPr>
            <p:nvPr/>
          </p:nvSpPr>
          <p:spPr bwMode="auto">
            <a:xfrm>
              <a:off x="1903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57" name="Rectangle 3036"/>
            <p:cNvSpPr>
              <a:spLocks noChangeArrowheads="1"/>
            </p:cNvSpPr>
            <p:nvPr/>
          </p:nvSpPr>
          <p:spPr bwMode="auto">
            <a:xfrm>
              <a:off x="1989" y="1041"/>
              <a:ext cx="47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58" name="Rectangle 3037"/>
            <p:cNvSpPr>
              <a:spLocks noChangeArrowheads="1"/>
            </p:cNvSpPr>
            <p:nvPr/>
          </p:nvSpPr>
          <p:spPr bwMode="auto">
            <a:xfrm>
              <a:off x="2076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59" name="Rectangle 3038"/>
            <p:cNvSpPr>
              <a:spLocks noChangeArrowheads="1"/>
            </p:cNvSpPr>
            <p:nvPr/>
          </p:nvSpPr>
          <p:spPr bwMode="auto">
            <a:xfrm>
              <a:off x="2162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60" name="Rectangle 3039"/>
            <p:cNvSpPr>
              <a:spLocks noChangeArrowheads="1"/>
            </p:cNvSpPr>
            <p:nvPr/>
          </p:nvSpPr>
          <p:spPr bwMode="auto">
            <a:xfrm>
              <a:off x="2248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61" name="Rectangle 3040"/>
            <p:cNvSpPr>
              <a:spLocks noChangeArrowheads="1"/>
            </p:cNvSpPr>
            <p:nvPr/>
          </p:nvSpPr>
          <p:spPr bwMode="auto">
            <a:xfrm>
              <a:off x="2334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62" name="Rectangle 3041"/>
            <p:cNvSpPr>
              <a:spLocks noChangeArrowheads="1"/>
            </p:cNvSpPr>
            <p:nvPr/>
          </p:nvSpPr>
          <p:spPr bwMode="auto">
            <a:xfrm>
              <a:off x="2420" y="1041"/>
              <a:ext cx="47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63" name="Rectangle 3042"/>
            <p:cNvSpPr>
              <a:spLocks noChangeArrowheads="1"/>
            </p:cNvSpPr>
            <p:nvPr/>
          </p:nvSpPr>
          <p:spPr bwMode="auto">
            <a:xfrm>
              <a:off x="2506" y="1041"/>
              <a:ext cx="44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64" name="Rectangle 3043"/>
            <p:cNvSpPr>
              <a:spLocks noChangeArrowheads="1"/>
            </p:cNvSpPr>
            <p:nvPr/>
          </p:nvSpPr>
          <p:spPr bwMode="auto">
            <a:xfrm>
              <a:off x="2593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65" name="Rectangle 3044"/>
            <p:cNvSpPr>
              <a:spLocks noChangeArrowheads="1"/>
            </p:cNvSpPr>
            <p:nvPr/>
          </p:nvSpPr>
          <p:spPr bwMode="auto">
            <a:xfrm>
              <a:off x="2679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66" name="Rectangle 3045"/>
            <p:cNvSpPr>
              <a:spLocks noChangeArrowheads="1"/>
            </p:cNvSpPr>
            <p:nvPr/>
          </p:nvSpPr>
          <p:spPr bwMode="auto">
            <a:xfrm>
              <a:off x="2765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67" name="Rectangle 3046"/>
            <p:cNvSpPr>
              <a:spLocks noChangeArrowheads="1"/>
            </p:cNvSpPr>
            <p:nvPr/>
          </p:nvSpPr>
          <p:spPr bwMode="auto">
            <a:xfrm>
              <a:off x="2851" y="1041"/>
              <a:ext cx="47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68" name="Rectangle 3047"/>
            <p:cNvSpPr>
              <a:spLocks noChangeArrowheads="1"/>
            </p:cNvSpPr>
            <p:nvPr/>
          </p:nvSpPr>
          <p:spPr bwMode="auto">
            <a:xfrm>
              <a:off x="2937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69" name="Rectangle 3048"/>
            <p:cNvSpPr>
              <a:spLocks noChangeArrowheads="1"/>
            </p:cNvSpPr>
            <p:nvPr/>
          </p:nvSpPr>
          <p:spPr bwMode="auto">
            <a:xfrm>
              <a:off x="3024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70" name="Rectangle 3049"/>
            <p:cNvSpPr>
              <a:spLocks noChangeArrowheads="1"/>
            </p:cNvSpPr>
            <p:nvPr/>
          </p:nvSpPr>
          <p:spPr bwMode="auto">
            <a:xfrm>
              <a:off x="3110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71" name="Rectangle 3050"/>
            <p:cNvSpPr>
              <a:spLocks noChangeArrowheads="1"/>
            </p:cNvSpPr>
            <p:nvPr/>
          </p:nvSpPr>
          <p:spPr bwMode="auto">
            <a:xfrm>
              <a:off x="3196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72" name="Rectangle 3051"/>
            <p:cNvSpPr>
              <a:spLocks noChangeArrowheads="1"/>
            </p:cNvSpPr>
            <p:nvPr/>
          </p:nvSpPr>
          <p:spPr bwMode="auto">
            <a:xfrm>
              <a:off x="3282" y="1041"/>
              <a:ext cx="47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73" name="Rectangle 3052"/>
            <p:cNvSpPr>
              <a:spLocks noChangeArrowheads="1"/>
            </p:cNvSpPr>
            <p:nvPr/>
          </p:nvSpPr>
          <p:spPr bwMode="auto">
            <a:xfrm>
              <a:off x="3368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74" name="Rectangle 3053"/>
            <p:cNvSpPr>
              <a:spLocks noChangeArrowheads="1"/>
            </p:cNvSpPr>
            <p:nvPr/>
          </p:nvSpPr>
          <p:spPr bwMode="auto">
            <a:xfrm>
              <a:off x="3454" y="1041"/>
              <a:ext cx="44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75" name="Rectangle 3054"/>
            <p:cNvSpPr>
              <a:spLocks noChangeArrowheads="1"/>
            </p:cNvSpPr>
            <p:nvPr/>
          </p:nvSpPr>
          <p:spPr bwMode="auto">
            <a:xfrm>
              <a:off x="3541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76" name="Rectangle 3055"/>
            <p:cNvSpPr>
              <a:spLocks noChangeArrowheads="1"/>
            </p:cNvSpPr>
            <p:nvPr/>
          </p:nvSpPr>
          <p:spPr bwMode="auto">
            <a:xfrm>
              <a:off x="3627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77" name="Rectangle 3056"/>
            <p:cNvSpPr>
              <a:spLocks noChangeArrowheads="1"/>
            </p:cNvSpPr>
            <p:nvPr/>
          </p:nvSpPr>
          <p:spPr bwMode="auto">
            <a:xfrm>
              <a:off x="3713" y="1041"/>
              <a:ext cx="47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78" name="Rectangle 3057"/>
            <p:cNvSpPr>
              <a:spLocks noChangeArrowheads="1"/>
            </p:cNvSpPr>
            <p:nvPr/>
          </p:nvSpPr>
          <p:spPr bwMode="auto">
            <a:xfrm>
              <a:off x="3799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79" name="Rectangle 3058"/>
            <p:cNvSpPr>
              <a:spLocks noChangeArrowheads="1"/>
            </p:cNvSpPr>
            <p:nvPr/>
          </p:nvSpPr>
          <p:spPr bwMode="auto">
            <a:xfrm>
              <a:off x="3885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80" name="Rectangle 3059"/>
            <p:cNvSpPr>
              <a:spLocks noChangeArrowheads="1"/>
            </p:cNvSpPr>
            <p:nvPr/>
          </p:nvSpPr>
          <p:spPr bwMode="auto">
            <a:xfrm>
              <a:off x="3972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81" name="Rectangle 3060"/>
            <p:cNvSpPr>
              <a:spLocks noChangeArrowheads="1"/>
            </p:cNvSpPr>
            <p:nvPr/>
          </p:nvSpPr>
          <p:spPr bwMode="auto">
            <a:xfrm>
              <a:off x="4058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82" name="Rectangle 3061"/>
            <p:cNvSpPr>
              <a:spLocks noChangeArrowheads="1"/>
            </p:cNvSpPr>
            <p:nvPr/>
          </p:nvSpPr>
          <p:spPr bwMode="auto">
            <a:xfrm>
              <a:off x="4144" y="1041"/>
              <a:ext cx="47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83" name="Rectangle 3062"/>
            <p:cNvSpPr>
              <a:spLocks noChangeArrowheads="1"/>
            </p:cNvSpPr>
            <p:nvPr/>
          </p:nvSpPr>
          <p:spPr bwMode="auto">
            <a:xfrm>
              <a:off x="4230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84" name="Rectangle 3063"/>
            <p:cNvSpPr>
              <a:spLocks noChangeArrowheads="1"/>
            </p:cNvSpPr>
            <p:nvPr/>
          </p:nvSpPr>
          <p:spPr bwMode="auto">
            <a:xfrm>
              <a:off x="4316" y="1041"/>
              <a:ext cx="47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85" name="Rectangle 3064"/>
            <p:cNvSpPr>
              <a:spLocks noChangeArrowheads="1"/>
            </p:cNvSpPr>
            <p:nvPr/>
          </p:nvSpPr>
          <p:spPr bwMode="auto">
            <a:xfrm>
              <a:off x="4402" y="1041"/>
              <a:ext cx="44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86" name="Rectangle 3065"/>
            <p:cNvSpPr>
              <a:spLocks noChangeArrowheads="1"/>
            </p:cNvSpPr>
            <p:nvPr/>
          </p:nvSpPr>
          <p:spPr bwMode="auto">
            <a:xfrm>
              <a:off x="4489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87" name="Rectangle 3066"/>
            <p:cNvSpPr>
              <a:spLocks noChangeArrowheads="1"/>
            </p:cNvSpPr>
            <p:nvPr/>
          </p:nvSpPr>
          <p:spPr bwMode="auto">
            <a:xfrm>
              <a:off x="4575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88" name="Rectangle 3067"/>
            <p:cNvSpPr>
              <a:spLocks noChangeArrowheads="1"/>
            </p:cNvSpPr>
            <p:nvPr/>
          </p:nvSpPr>
          <p:spPr bwMode="auto">
            <a:xfrm>
              <a:off x="4661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89" name="Rectangle 3068"/>
            <p:cNvSpPr>
              <a:spLocks noChangeArrowheads="1"/>
            </p:cNvSpPr>
            <p:nvPr/>
          </p:nvSpPr>
          <p:spPr bwMode="auto">
            <a:xfrm>
              <a:off x="4747" y="1041"/>
              <a:ext cx="47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90" name="Rectangle 3069"/>
            <p:cNvSpPr>
              <a:spLocks noChangeArrowheads="1"/>
            </p:cNvSpPr>
            <p:nvPr/>
          </p:nvSpPr>
          <p:spPr bwMode="auto">
            <a:xfrm>
              <a:off x="4833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91" name="Rectangle 3070"/>
            <p:cNvSpPr>
              <a:spLocks noChangeArrowheads="1"/>
            </p:cNvSpPr>
            <p:nvPr/>
          </p:nvSpPr>
          <p:spPr bwMode="auto">
            <a:xfrm>
              <a:off x="4920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92" name="Rectangle 3071"/>
            <p:cNvSpPr>
              <a:spLocks noChangeArrowheads="1"/>
            </p:cNvSpPr>
            <p:nvPr/>
          </p:nvSpPr>
          <p:spPr bwMode="auto">
            <a:xfrm>
              <a:off x="5006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93" name="Rectangle 3072"/>
            <p:cNvSpPr>
              <a:spLocks noChangeArrowheads="1"/>
            </p:cNvSpPr>
            <p:nvPr/>
          </p:nvSpPr>
          <p:spPr bwMode="auto">
            <a:xfrm>
              <a:off x="5092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94" name="Rectangle 3073"/>
            <p:cNvSpPr>
              <a:spLocks noChangeArrowheads="1"/>
            </p:cNvSpPr>
            <p:nvPr/>
          </p:nvSpPr>
          <p:spPr bwMode="auto">
            <a:xfrm>
              <a:off x="5178" y="1041"/>
              <a:ext cx="47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95" name="Rectangle 3074"/>
            <p:cNvSpPr>
              <a:spLocks noChangeArrowheads="1"/>
            </p:cNvSpPr>
            <p:nvPr/>
          </p:nvSpPr>
          <p:spPr bwMode="auto">
            <a:xfrm>
              <a:off x="5264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96" name="Rectangle 3075"/>
            <p:cNvSpPr>
              <a:spLocks noChangeArrowheads="1"/>
            </p:cNvSpPr>
            <p:nvPr/>
          </p:nvSpPr>
          <p:spPr bwMode="auto">
            <a:xfrm>
              <a:off x="5350" y="1041"/>
              <a:ext cx="44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97" name="Rectangle 3076"/>
            <p:cNvSpPr>
              <a:spLocks noChangeArrowheads="1"/>
            </p:cNvSpPr>
            <p:nvPr/>
          </p:nvSpPr>
          <p:spPr bwMode="auto">
            <a:xfrm>
              <a:off x="5437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98" name="Rectangle 3077"/>
            <p:cNvSpPr>
              <a:spLocks noChangeArrowheads="1"/>
            </p:cNvSpPr>
            <p:nvPr/>
          </p:nvSpPr>
          <p:spPr bwMode="auto">
            <a:xfrm>
              <a:off x="5523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299" name="Rectangle 3078"/>
            <p:cNvSpPr>
              <a:spLocks noChangeArrowheads="1"/>
            </p:cNvSpPr>
            <p:nvPr/>
          </p:nvSpPr>
          <p:spPr bwMode="auto">
            <a:xfrm>
              <a:off x="5609" y="1041"/>
              <a:ext cx="47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00" name="Rectangle 3079"/>
            <p:cNvSpPr>
              <a:spLocks noChangeArrowheads="1"/>
            </p:cNvSpPr>
            <p:nvPr/>
          </p:nvSpPr>
          <p:spPr bwMode="auto">
            <a:xfrm>
              <a:off x="5695" y="1041"/>
              <a:ext cx="43" cy="43"/>
            </a:xfrm>
            <a:prstGeom prst="rect">
              <a:avLst/>
            </a:pr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01" name="Rectangle 3080"/>
            <p:cNvSpPr>
              <a:spLocks noChangeArrowheads="1"/>
            </p:cNvSpPr>
            <p:nvPr/>
          </p:nvSpPr>
          <p:spPr bwMode="auto">
            <a:xfrm>
              <a:off x="7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02" name="Rectangle 3081"/>
            <p:cNvSpPr>
              <a:spLocks noChangeArrowheads="1"/>
            </p:cNvSpPr>
            <p:nvPr/>
          </p:nvSpPr>
          <p:spPr bwMode="auto">
            <a:xfrm>
              <a:off x="93" y="4056"/>
              <a:ext cx="47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03" name="Rectangle 3082"/>
            <p:cNvSpPr>
              <a:spLocks noChangeArrowheads="1"/>
            </p:cNvSpPr>
            <p:nvPr/>
          </p:nvSpPr>
          <p:spPr bwMode="auto">
            <a:xfrm>
              <a:off x="180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04" name="Rectangle 3083"/>
            <p:cNvSpPr>
              <a:spLocks noChangeArrowheads="1"/>
            </p:cNvSpPr>
            <p:nvPr/>
          </p:nvSpPr>
          <p:spPr bwMode="auto">
            <a:xfrm>
              <a:off x="266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05" name="Rectangle 3084"/>
            <p:cNvSpPr>
              <a:spLocks noChangeArrowheads="1"/>
            </p:cNvSpPr>
            <p:nvPr/>
          </p:nvSpPr>
          <p:spPr bwMode="auto">
            <a:xfrm>
              <a:off x="352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06" name="Rectangle 3085"/>
            <p:cNvSpPr>
              <a:spLocks noChangeArrowheads="1"/>
            </p:cNvSpPr>
            <p:nvPr/>
          </p:nvSpPr>
          <p:spPr bwMode="auto">
            <a:xfrm>
              <a:off x="438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07" name="Rectangle 3086"/>
            <p:cNvSpPr>
              <a:spLocks noChangeArrowheads="1"/>
            </p:cNvSpPr>
            <p:nvPr/>
          </p:nvSpPr>
          <p:spPr bwMode="auto">
            <a:xfrm>
              <a:off x="524" y="4056"/>
              <a:ext cx="47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08" name="Rectangle 3087"/>
            <p:cNvSpPr>
              <a:spLocks noChangeArrowheads="1"/>
            </p:cNvSpPr>
            <p:nvPr/>
          </p:nvSpPr>
          <p:spPr bwMode="auto">
            <a:xfrm>
              <a:off x="610" y="4056"/>
              <a:ext cx="44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09" name="Rectangle 3088"/>
            <p:cNvSpPr>
              <a:spLocks noChangeArrowheads="1"/>
            </p:cNvSpPr>
            <p:nvPr/>
          </p:nvSpPr>
          <p:spPr bwMode="auto">
            <a:xfrm>
              <a:off x="697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10" name="Rectangle 3089"/>
            <p:cNvSpPr>
              <a:spLocks noChangeArrowheads="1"/>
            </p:cNvSpPr>
            <p:nvPr/>
          </p:nvSpPr>
          <p:spPr bwMode="auto">
            <a:xfrm>
              <a:off x="783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11" name="Rectangle 3090"/>
            <p:cNvSpPr>
              <a:spLocks noChangeArrowheads="1"/>
            </p:cNvSpPr>
            <p:nvPr/>
          </p:nvSpPr>
          <p:spPr bwMode="auto">
            <a:xfrm>
              <a:off x="869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12" name="Rectangle 3091"/>
            <p:cNvSpPr>
              <a:spLocks noChangeArrowheads="1"/>
            </p:cNvSpPr>
            <p:nvPr/>
          </p:nvSpPr>
          <p:spPr bwMode="auto">
            <a:xfrm>
              <a:off x="955" y="4056"/>
              <a:ext cx="47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13" name="Rectangle 3092"/>
            <p:cNvSpPr>
              <a:spLocks noChangeArrowheads="1"/>
            </p:cNvSpPr>
            <p:nvPr/>
          </p:nvSpPr>
          <p:spPr bwMode="auto">
            <a:xfrm>
              <a:off x="1041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14" name="Rectangle 3093"/>
            <p:cNvSpPr>
              <a:spLocks noChangeArrowheads="1"/>
            </p:cNvSpPr>
            <p:nvPr/>
          </p:nvSpPr>
          <p:spPr bwMode="auto">
            <a:xfrm>
              <a:off x="1128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15" name="Rectangle 3094"/>
            <p:cNvSpPr>
              <a:spLocks noChangeArrowheads="1"/>
            </p:cNvSpPr>
            <p:nvPr/>
          </p:nvSpPr>
          <p:spPr bwMode="auto">
            <a:xfrm>
              <a:off x="1214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16" name="Rectangle 3095"/>
            <p:cNvSpPr>
              <a:spLocks noChangeArrowheads="1"/>
            </p:cNvSpPr>
            <p:nvPr/>
          </p:nvSpPr>
          <p:spPr bwMode="auto">
            <a:xfrm>
              <a:off x="1300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17" name="Rectangle 3096"/>
            <p:cNvSpPr>
              <a:spLocks noChangeArrowheads="1"/>
            </p:cNvSpPr>
            <p:nvPr/>
          </p:nvSpPr>
          <p:spPr bwMode="auto">
            <a:xfrm>
              <a:off x="1386" y="4056"/>
              <a:ext cx="47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18" name="Rectangle 3097"/>
            <p:cNvSpPr>
              <a:spLocks noChangeArrowheads="1"/>
            </p:cNvSpPr>
            <p:nvPr/>
          </p:nvSpPr>
          <p:spPr bwMode="auto">
            <a:xfrm>
              <a:off x="1472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19" name="Rectangle 3098"/>
            <p:cNvSpPr>
              <a:spLocks noChangeArrowheads="1"/>
            </p:cNvSpPr>
            <p:nvPr/>
          </p:nvSpPr>
          <p:spPr bwMode="auto">
            <a:xfrm>
              <a:off x="1558" y="4056"/>
              <a:ext cx="48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20" name="Rectangle 3099"/>
            <p:cNvSpPr>
              <a:spLocks noChangeArrowheads="1"/>
            </p:cNvSpPr>
            <p:nvPr/>
          </p:nvSpPr>
          <p:spPr bwMode="auto">
            <a:xfrm>
              <a:off x="1645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21" name="Rectangle 3100"/>
            <p:cNvSpPr>
              <a:spLocks noChangeArrowheads="1"/>
            </p:cNvSpPr>
            <p:nvPr/>
          </p:nvSpPr>
          <p:spPr bwMode="auto">
            <a:xfrm>
              <a:off x="1731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22" name="Rectangle 3101"/>
            <p:cNvSpPr>
              <a:spLocks noChangeArrowheads="1"/>
            </p:cNvSpPr>
            <p:nvPr/>
          </p:nvSpPr>
          <p:spPr bwMode="auto">
            <a:xfrm>
              <a:off x="1817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23" name="Rectangle 3102"/>
            <p:cNvSpPr>
              <a:spLocks noChangeArrowheads="1"/>
            </p:cNvSpPr>
            <p:nvPr/>
          </p:nvSpPr>
          <p:spPr bwMode="auto">
            <a:xfrm>
              <a:off x="1903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24" name="Rectangle 3103"/>
            <p:cNvSpPr>
              <a:spLocks noChangeArrowheads="1"/>
            </p:cNvSpPr>
            <p:nvPr/>
          </p:nvSpPr>
          <p:spPr bwMode="auto">
            <a:xfrm>
              <a:off x="1989" y="4056"/>
              <a:ext cx="47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25" name="Rectangle 3104"/>
            <p:cNvSpPr>
              <a:spLocks noChangeArrowheads="1"/>
            </p:cNvSpPr>
            <p:nvPr/>
          </p:nvSpPr>
          <p:spPr bwMode="auto">
            <a:xfrm>
              <a:off x="2076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26" name="Rectangle 3105"/>
            <p:cNvSpPr>
              <a:spLocks noChangeArrowheads="1"/>
            </p:cNvSpPr>
            <p:nvPr/>
          </p:nvSpPr>
          <p:spPr bwMode="auto">
            <a:xfrm>
              <a:off x="2162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27" name="Rectangle 3106"/>
            <p:cNvSpPr>
              <a:spLocks noChangeArrowheads="1"/>
            </p:cNvSpPr>
            <p:nvPr/>
          </p:nvSpPr>
          <p:spPr bwMode="auto">
            <a:xfrm>
              <a:off x="2248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28" name="Rectangle 3107"/>
            <p:cNvSpPr>
              <a:spLocks noChangeArrowheads="1"/>
            </p:cNvSpPr>
            <p:nvPr/>
          </p:nvSpPr>
          <p:spPr bwMode="auto">
            <a:xfrm>
              <a:off x="2334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29" name="Rectangle 3108"/>
            <p:cNvSpPr>
              <a:spLocks noChangeArrowheads="1"/>
            </p:cNvSpPr>
            <p:nvPr/>
          </p:nvSpPr>
          <p:spPr bwMode="auto">
            <a:xfrm>
              <a:off x="2420" y="4056"/>
              <a:ext cx="47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30" name="Rectangle 3109"/>
            <p:cNvSpPr>
              <a:spLocks noChangeArrowheads="1"/>
            </p:cNvSpPr>
            <p:nvPr/>
          </p:nvSpPr>
          <p:spPr bwMode="auto">
            <a:xfrm>
              <a:off x="2506" y="4056"/>
              <a:ext cx="44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31" name="Rectangle 3110"/>
            <p:cNvSpPr>
              <a:spLocks noChangeArrowheads="1"/>
            </p:cNvSpPr>
            <p:nvPr/>
          </p:nvSpPr>
          <p:spPr bwMode="auto">
            <a:xfrm>
              <a:off x="2593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32" name="Rectangle 3111"/>
            <p:cNvSpPr>
              <a:spLocks noChangeArrowheads="1"/>
            </p:cNvSpPr>
            <p:nvPr/>
          </p:nvSpPr>
          <p:spPr bwMode="auto">
            <a:xfrm>
              <a:off x="2679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33" name="Rectangle 3112"/>
            <p:cNvSpPr>
              <a:spLocks noChangeArrowheads="1"/>
            </p:cNvSpPr>
            <p:nvPr/>
          </p:nvSpPr>
          <p:spPr bwMode="auto">
            <a:xfrm>
              <a:off x="2765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34" name="Rectangle 3113"/>
            <p:cNvSpPr>
              <a:spLocks noChangeArrowheads="1"/>
            </p:cNvSpPr>
            <p:nvPr/>
          </p:nvSpPr>
          <p:spPr bwMode="auto">
            <a:xfrm>
              <a:off x="2851" y="4056"/>
              <a:ext cx="47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35" name="Rectangle 3114"/>
            <p:cNvSpPr>
              <a:spLocks noChangeArrowheads="1"/>
            </p:cNvSpPr>
            <p:nvPr/>
          </p:nvSpPr>
          <p:spPr bwMode="auto">
            <a:xfrm>
              <a:off x="2937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36" name="Rectangle 3115"/>
            <p:cNvSpPr>
              <a:spLocks noChangeArrowheads="1"/>
            </p:cNvSpPr>
            <p:nvPr/>
          </p:nvSpPr>
          <p:spPr bwMode="auto">
            <a:xfrm>
              <a:off x="3024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37" name="Rectangle 3116"/>
            <p:cNvSpPr>
              <a:spLocks noChangeArrowheads="1"/>
            </p:cNvSpPr>
            <p:nvPr/>
          </p:nvSpPr>
          <p:spPr bwMode="auto">
            <a:xfrm>
              <a:off x="3110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38" name="Rectangle 3117"/>
            <p:cNvSpPr>
              <a:spLocks noChangeArrowheads="1"/>
            </p:cNvSpPr>
            <p:nvPr/>
          </p:nvSpPr>
          <p:spPr bwMode="auto">
            <a:xfrm>
              <a:off x="3196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39" name="Rectangle 3118"/>
            <p:cNvSpPr>
              <a:spLocks noChangeArrowheads="1"/>
            </p:cNvSpPr>
            <p:nvPr/>
          </p:nvSpPr>
          <p:spPr bwMode="auto">
            <a:xfrm>
              <a:off x="3282" y="4056"/>
              <a:ext cx="47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40" name="Rectangle 3119"/>
            <p:cNvSpPr>
              <a:spLocks noChangeArrowheads="1"/>
            </p:cNvSpPr>
            <p:nvPr/>
          </p:nvSpPr>
          <p:spPr bwMode="auto">
            <a:xfrm>
              <a:off x="3368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41" name="Rectangle 3120"/>
            <p:cNvSpPr>
              <a:spLocks noChangeArrowheads="1"/>
            </p:cNvSpPr>
            <p:nvPr/>
          </p:nvSpPr>
          <p:spPr bwMode="auto">
            <a:xfrm>
              <a:off x="3454" y="4056"/>
              <a:ext cx="44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42" name="Rectangle 3121"/>
            <p:cNvSpPr>
              <a:spLocks noChangeArrowheads="1"/>
            </p:cNvSpPr>
            <p:nvPr/>
          </p:nvSpPr>
          <p:spPr bwMode="auto">
            <a:xfrm>
              <a:off x="3541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43" name="Rectangle 3122"/>
            <p:cNvSpPr>
              <a:spLocks noChangeArrowheads="1"/>
            </p:cNvSpPr>
            <p:nvPr/>
          </p:nvSpPr>
          <p:spPr bwMode="auto">
            <a:xfrm>
              <a:off x="3627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44" name="Rectangle 3123"/>
            <p:cNvSpPr>
              <a:spLocks noChangeArrowheads="1"/>
            </p:cNvSpPr>
            <p:nvPr/>
          </p:nvSpPr>
          <p:spPr bwMode="auto">
            <a:xfrm>
              <a:off x="3713" y="4056"/>
              <a:ext cx="47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45" name="Rectangle 3124"/>
            <p:cNvSpPr>
              <a:spLocks noChangeArrowheads="1"/>
            </p:cNvSpPr>
            <p:nvPr/>
          </p:nvSpPr>
          <p:spPr bwMode="auto">
            <a:xfrm>
              <a:off x="3799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46" name="Rectangle 3125"/>
            <p:cNvSpPr>
              <a:spLocks noChangeArrowheads="1"/>
            </p:cNvSpPr>
            <p:nvPr/>
          </p:nvSpPr>
          <p:spPr bwMode="auto">
            <a:xfrm>
              <a:off x="3885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47" name="Rectangle 3126"/>
            <p:cNvSpPr>
              <a:spLocks noChangeArrowheads="1"/>
            </p:cNvSpPr>
            <p:nvPr/>
          </p:nvSpPr>
          <p:spPr bwMode="auto">
            <a:xfrm>
              <a:off x="3972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48" name="Rectangle 3127"/>
            <p:cNvSpPr>
              <a:spLocks noChangeArrowheads="1"/>
            </p:cNvSpPr>
            <p:nvPr/>
          </p:nvSpPr>
          <p:spPr bwMode="auto">
            <a:xfrm>
              <a:off x="4058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49" name="Rectangle 3128"/>
            <p:cNvSpPr>
              <a:spLocks noChangeArrowheads="1"/>
            </p:cNvSpPr>
            <p:nvPr/>
          </p:nvSpPr>
          <p:spPr bwMode="auto">
            <a:xfrm>
              <a:off x="4144" y="4056"/>
              <a:ext cx="47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50" name="Rectangle 3129"/>
            <p:cNvSpPr>
              <a:spLocks noChangeArrowheads="1"/>
            </p:cNvSpPr>
            <p:nvPr/>
          </p:nvSpPr>
          <p:spPr bwMode="auto">
            <a:xfrm>
              <a:off x="4230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51" name="Rectangle 3130"/>
            <p:cNvSpPr>
              <a:spLocks noChangeArrowheads="1"/>
            </p:cNvSpPr>
            <p:nvPr/>
          </p:nvSpPr>
          <p:spPr bwMode="auto">
            <a:xfrm>
              <a:off x="4316" y="4056"/>
              <a:ext cx="47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52" name="Rectangle 3131"/>
            <p:cNvSpPr>
              <a:spLocks noChangeArrowheads="1"/>
            </p:cNvSpPr>
            <p:nvPr/>
          </p:nvSpPr>
          <p:spPr bwMode="auto">
            <a:xfrm>
              <a:off x="4402" y="4056"/>
              <a:ext cx="44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53" name="Rectangle 3132"/>
            <p:cNvSpPr>
              <a:spLocks noChangeArrowheads="1"/>
            </p:cNvSpPr>
            <p:nvPr/>
          </p:nvSpPr>
          <p:spPr bwMode="auto">
            <a:xfrm>
              <a:off x="4489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54" name="Rectangle 3133"/>
            <p:cNvSpPr>
              <a:spLocks noChangeArrowheads="1"/>
            </p:cNvSpPr>
            <p:nvPr/>
          </p:nvSpPr>
          <p:spPr bwMode="auto">
            <a:xfrm>
              <a:off x="4575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55" name="Rectangle 3134"/>
            <p:cNvSpPr>
              <a:spLocks noChangeArrowheads="1"/>
            </p:cNvSpPr>
            <p:nvPr/>
          </p:nvSpPr>
          <p:spPr bwMode="auto">
            <a:xfrm>
              <a:off x="4661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56" name="Rectangle 3135"/>
            <p:cNvSpPr>
              <a:spLocks noChangeArrowheads="1"/>
            </p:cNvSpPr>
            <p:nvPr/>
          </p:nvSpPr>
          <p:spPr bwMode="auto">
            <a:xfrm>
              <a:off x="4747" y="4056"/>
              <a:ext cx="47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57" name="Rectangle 3136"/>
            <p:cNvSpPr>
              <a:spLocks noChangeArrowheads="1"/>
            </p:cNvSpPr>
            <p:nvPr/>
          </p:nvSpPr>
          <p:spPr bwMode="auto">
            <a:xfrm>
              <a:off x="4833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58" name="Rectangle 3137"/>
            <p:cNvSpPr>
              <a:spLocks noChangeArrowheads="1"/>
            </p:cNvSpPr>
            <p:nvPr/>
          </p:nvSpPr>
          <p:spPr bwMode="auto">
            <a:xfrm>
              <a:off x="4920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59" name="Rectangle 3138"/>
            <p:cNvSpPr>
              <a:spLocks noChangeArrowheads="1"/>
            </p:cNvSpPr>
            <p:nvPr/>
          </p:nvSpPr>
          <p:spPr bwMode="auto">
            <a:xfrm>
              <a:off x="5006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60" name="Rectangle 3139"/>
            <p:cNvSpPr>
              <a:spLocks noChangeArrowheads="1"/>
            </p:cNvSpPr>
            <p:nvPr/>
          </p:nvSpPr>
          <p:spPr bwMode="auto">
            <a:xfrm>
              <a:off x="5092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61" name="Rectangle 3140"/>
            <p:cNvSpPr>
              <a:spLocks noChangeArrowheads="1"/>
            </p:cNvSpPr>
            <p:nvPr/>
          </p:nvSpPr>
          <p:spPr bwMode="auto">
            <a:xfrm>
              <a:off x="5178" y="4056"/>
              <a:ext cx="47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62" name="Rectangle 3141"/>
            <p:cNvSpPr>
              <a:spLocks noChangeArrowheads="1"/>
            </p:cNvSpPr>
            <p:nvPr/>
          </p:nvSpPr>
          <p:spPr bwMode="auto">
            <a:xfrm>
              <a:off x="5264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63" name="Rectangle 3142"/>
            <p:cNvSpPr>
              <a:spLocks noChangeArrowheads="1"/>
            </p:cNvSpPr>
            <p:nvPr/>
          </p:nvSpPr>
          <p:spPr bwMode="auto">
            <a:xfrm>
              <a:off x="5350" y="4056"/>
              <a:ext cx="44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64" name="Rectangle 3143"/>
            <p:cNvSpPr>
              <a:spLocks noChangeArrowheads="1"/>
            </p:cNvSpPr>
            <p:nvPr/>
          </p:nvSpPr>
          <p:spPr bwMode="auto">
            <a:xfrm>
              <a:off x="5437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65" name="Rectangle 3144"/>
            <p:cNvSpPr>
              <a:spLocks noChangeArrowheads="1"/>
            </p:cNvSpPr>
            <p:nvPr/>
          </p:nvSpPr>
          <p:spPr bwMode="auto">
            <a:xfrm>
              <a:off x="5523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66" name="Rectangle 3145"/>
            <p:cNvSpPr>
              <a:spLocks noChangeArrowheads="1"/>
            </p:cNvSpPr>
            <p:nvPr/>
          </p:nvSpPr>
          <p:spPr bwMode="auto">
            <a:xfrm>
              <a:off x="5609" y="4056"/>
              <a:ext cx="47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67" name="Rectangle 3146"/>
            <p:cNvSpPr>
              <a:spLocks noChangeArrowheads="1"/>
            </p:cNvSpPr>
            <p:nvPr/>
          </p:nvSpPr>
          <p:spPr bwMode="auto">
            <a:xfrm>
              <a:off x="5695" y="4056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68" name="Rectangle 3147"/>
            <p:cNvSpPr>
              <a:spLocks noChangeArrowheads="1"/>
            </p:cNvSpPr>
            <p:nvPr/>
          </p:nvSpPr>
          <p:spPr bwMode="auto">
            <a:xfrm>
              <a:off x="7" y="4142"/>
              <a:ext cx="43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69" name="Rectangle 3148"/>
            <p:cNvSpPr>
              <a:spLocks noChangeArrowheads="1"/>
            </p:cNvSpPr>
            <p:nvPr/>
          </p:nvSpPr>
          <p:spPr bwMode="auto">
            <a:xfrm>
              <a:off x="93" y="4142"/>
              <a:ext cx="47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70" name="Rectangle 3149"/>
            <p:cNvSpPr>
              <a:spLocks noChangeArrowheads="1"/>
            </p:cNvSpPr>
            <p:nvPr/>
          </p:nvSpPr>
          <p:spPr bwMode="auto">
            <a:xfrm>
              <a:off x="180" y="4142"/>
              <a:ext cx="43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71" name="Rectangle 3150"/>
            <p:cNvSpPr>
              <a:spLocks noChangeArrowheads="1"/>
            </p:cNvSpPr>
            <p:nvPr/>
          </p:nvSpPr>
          <p:spPr bwMode="auto">
            <a:xfrm>
              <a:off x="266" y="4142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72" name="Rectangle 3151"/>
            <p:cNvSpPr>
              <a:spLocks noChangeArrowheads="1"/>
            </p:cNvSpPr>
            <p:nvPr/>
          </p:nvSpPr>
          <p:spPr bwMode="auto">
            <a:xfrm>
              <a:off x="352" y="4142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73" name="Rectangle 3152"/>
            <p:cNvSpPr>
              <a:spLocks noChangeArrowheads="1"/>
            </p:cNvSpPr>
            <p:nvPr/>
          </p:nvSpPr>
          <p:spPr bwMode="auto">
            <a:xfrm>
              <a:off x="438" y="4142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74" name="Rectangle 3153"/>
            <p:cNvSpPr>
              <a:spLocks noChangeArrowheads="1"/>
            </p:cNvSpPr>
            <p:nvPr/>
          </p:nvSpPr>
          <p:spPr bwMode="auto">
            <a:xfrm>
              <a:off x="524" y="4142"/>
              <a:ext cx="47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75" name="Rectangle 3154"/>
            <p:cNvSpPr>
              <a:spLocks noChangeArrowheads="1"/>
            </p:cNvSpPr>
            <p:nvPr/>
          </p:nvSpPr>
          <p:spPr bwMode="auto">
            <a:xfrm>
              <a:off x="610" y="4142"/>
              <a:ext cx="44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76" name="Rectangle 3155"/>
            <p:cNvSpPr>
              <a:spLocks noChangeArrowheads="1"/>
            </p:cNvSpPr>
            <p:nvPr/>
          </p:nvSpPr>
          <p:spPr bwMode="auto">
            <a:xfrm>
              <a:off x="697" y="4142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77" name="Rectangle 3156"/>
            <p:cNvSpPr>
              <a:spLocks noChangeArrowheads="1"/>
            </p:cNvSpPr>
            <p:nvPr/>
          </p:nvSpPr>
          <p:spPr bwMode="auto">
            <a:xfrm>
              <a:off x="783" y="4142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78" name="Rectangle 3157"/>
            <p:cNvSpPr>
              <a:spLocks noChangeArrowheads="1"/>
            </p:cNvSpPr>
            <p:nvPr/>
          </p:nvSpPr>
          <p:spPr bwMode="auto">
            <a:xfrm>
              <a:off x="869" y="4142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79" name="Rectangle 3158"/>
            <p:cNvSpPr>
              <a:spLocks noChangeArrowheads="1"/>
            </p:cNvSpPr>
            <p:nvPr/>
          </p:nvSpPr>
          <p:spPr bwMode="auto">
            <a:xfrm>
              <a:off x="955" y="4142"/>
              <a:ext cx="47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80" name="Rectangle 3159"/>
            <p:cNvSpPr>
              <a:spLocks noChangeArrowheads="1"/>
            </p:cNvSpPr>
            <p:nvPr/>
          </p:nvSpPr>
          <p:spPr bwMode="auto">
            <a:xfrm>
              <a:off x="1041" y="4142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81" name="Rectangle 3160"/>
            <p:cNvSpPr>
              <a:spLocks noChangeArrowheads="1"/>
            </p:cNvSpPr>
            <p:nvPr/>
          </p:nvSpPr>
          <p:spPr bwMode="auto">
            <a:xfrm>
              <a:off x="1128" y="4142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82" name="Rectangle 3161"/>
            <p:cNvSpPr>
              <a:spLocks noChangeArrowheads="1"/>
            </p:cNvSpPr>
            <p:nvPr/>
          </p:nvSpPr>
          <p:spPr bwMode="auto">
            <a:xfrm>
              <a:off x="1214" y="4142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83" name="Rectangle 3162"/>
            <p:cNvSpPr>
              <a:spLocks noChangeArrowheads="1"/>
            </p:cNvSpPr>
            <p:nvPr/>
          </p:nvSpPr>
          <p:spPr bwMode="auto">
            <a:xfrm>
              <a:off x="1300" y="4142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84" name="Rectangle 3163"/>
            <p:cNvSpPr>
              <a:spLocks noChangeArrowheads="1"/>
            </p:cNvSpPr>
            <p:nvPr/>
          </p:nvSpPr>
          <p:spPr bwMode="auto">
            <a:xfrm>
              <a:off x="1386" y="4142"/>
              <a:ext cx="47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85" name="Rectangle 3164"/>
            <p:cNvSpPr>
              <a:spLocks noChangeArrowheads="1"/>
            </p:cNvSpPr>
            <p:nvPr/>
          </p:nvSpPr>
          <p:spPr bwMode="auto">
            <a:xfrm>
              <a:off x="1472" y="4142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86" name="Rectangle 3165"/>
            <p:cNvSpPr>
              <a:spLocks noChangeArrowheads="1"/>
            </p:cNvSpPr>
            <p:nvPr/>
          </p:nvSpPr>
          <p:spPr bwMode="auto">
            <a:xfrm>
              <a:off x="1558" y="4142"/>
              <a:ext cx="48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87" name="Rectangle 3166"/>
            <p:cNvSpPr>
              <a:spLocks noChangeArrowheads="1"/>
            </p:cNvSpPr>
            <p:nvPr/>
          </p:nvSpPr>
          <p:spPr bwMode="auto">
            <a:xfrm>
              <a:off x="1645" y="4142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88" name="Rectangle 3167"/>
            <p:cNvSpPr>
              <a:spLocks noChangeArrowheads="1"/>
            </p:cNvSpPr>
            <p:nvPr/>
          </p:nvSpPr>
          <p:spPr bwMode="auto">
            <a:xfrm>
              <a:off x="1731" y="4142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89" name="Rectangle 3168"/>
            <p:cNvSpPr>
              <a:spLocks noChangeArrowheads="1"/>
            </p:cNvSpPr>
            <p:nvPr/>
          </p:nvSpPr>
          <p:spPr bwMode="auto">
            <a:xfrm>
              <a:off x="1817" y="4142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90" name="Rectangle 3169"/>
            <p:cNvSpPr>
              <a:spLocks noChangeArrowheads="1"/>
            </p:cNvSpPr>
            <p:nvPr/>
          </p:nvSpPr>
          <p:spPr bwMode="auto">
            <a:xfrm>
              <a:off x="1903" y="4142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91" name="Rectangle 3170"/>
            <p:cNvSpPr>
              <a:spLocks noChangeArrowheads="1"/>
            </p:cNvSpPr>
            <p:nvPr/>
          </p:nvSpPr>
          <p:spPr bwMode="auto">
            <a:xfrm>
              <a:off x="1989" y="4142"/>
              <a:ext cx="47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92" name="Rectangle 3171"/>
            <p:cNvSpPr>
              <a:spLocks noChangeArrowheads="1"/>
            </p:cNvSpPr>
            <p:nvPr/>
          </p:nvSpPr>
          <p:spPr bwMode="auto">
            <a:xfrm>
              <a:off x="2076" y="4142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93" name="Rectangle 3172"/>
            <p:cNvSpPr>
              <a:spLocks noChangeArrowheads="1"/>
            </p:cNvSpPr>
            <p:nvPr/>
          </p:nvSpPr>
          <p:spPr bwMode="auto">
            <a:xfrm>
              <a:off x="2162" y="4142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94" name="Rectangle 3173"/>
            <p:cNvSpPr>
              <a:spLocks noChangeArrowheads="1"/>
            </p:cNvSpPr>
            <p:nvPr/>
          </p:nvSpPr>
          <p:spPr bwMode="auto">
            <a:xfrm>
              <a:off x="2248" y="4142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95" name="Rectangle 3174"/>
            <p:cNvSpPr>
              <a:spLocks noChangeArrowheads="1"/>
            </p:cNvSpPr>
            <p:nvPr/>
          </p:nvSpPr>
          <p:spPr bwMode="auto">
            <a:xfrm>
              <a:off x="2334" y="4142"/>
              <a:ext cx="43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96" name="Rectangle 3175"/>
            <p:cNvSpPr>
              <a:spLocks noChangeArrowheads="1"/>
            </p:cNvSpPr>
            <p:nvPr/>
          </p:nvSpPr>
          <p:spPr bwMode="auto">
            <a:xfrm>
              <a:off x="2420" y="4142"/>
              <a:ext cx="47" cy="43"/>
            </a:xfrm>
            <a:prstGeom prst="rect">
              <a:avLst/>
            </a:prstGeom>
            <a:solidFill>
              <a:srgbClr val="E6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97" name="Rectangle 3176"/>
            <p:cNvSpPr>
              <a:spLocks noChangeArrowheads="1"/>
            </p:cNvSpPr>
            <p:nvPr/>
          </p:nvSpPr>
          <p:spPr bwMode="auto">
            <a:xfrm>
              <a:off x="2506" y="4142"/>
              <a:ext cx="44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98" name="Rectangle 3177"/>
            <p:cNvSpPr>
              <a:spLocks noChangeArrowheads="1"/>
            </p:cNvSpPr>
            <p:nvPr/>
          </p:nvSpPr>
          <p:spPr bwMode="auto">
            <a:xfrm>
              <a:off x="2593" y="4142"/>
              <a:ext cx="43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399" name="Rectangle 3178"/>
            <p:cNvSpPr>
              <a:spLocks noChangeArrowheads="1"/>
            </p:cNvSpPr>
            <p:nvPr/>
          </p:nvSpPr>
          <p:spPr bwMode="auto">
            <a:xfrm>
              <a:off x="2679" y="4142"/>
              <a:ext cx="43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00" name="Rectangle 3179"/>
            <p:cNvSpPr>
              <a:spLocks noChangeArrowheads="1"/>
            </p:cNvSpPr>
            <p:nvPr/>
          </p:nvSpPr>
          <p:spPr bwMode="auto">
            <a:xfrm>
              <a:off x="2765" y="4142"/>
              <a:ext cx="43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01" name="Rectangle 3180"/>
            <p:cNvSpPr>
              <a:spLocks noChangeArrowheads="1"/>
            </p:cNvSpPr>
            <p:nvPr/>
          </p:nvSpPr>
          <p:spPr bwMode="auto">
            <a:xfrm>
              <a:off x="2851" y="4142"/>
              <a:ext cx="47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02" name="Rectangle 3181"/>
            <p:cNvSpPr>
              <a:spLocks noChangeArrowheads="1"/>
            </p:cNvSpPr>
            <p:nvPr/>
          </p:nvSpPr>
          <p:spPr bwMode="auto">
            <a:xfrm>
              <a:off x="2937" y="4142"/>
              <a:ext cx="43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03" name="Rectangle 3182"/>
            <p:cNvSpPr>
              <a:spLocks noChangeArrowheads="1"/>
            </p:cNvSpPr>
            <p:nvPr/>
          </p:nvSpPr>
          <p:spPr bwMode="auto">
            <a:xfrm>
              <a:off x="3024" y="4142"/>
              <a:ext cx="43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04" name="Rectangle 3183"/>
            <p:cNvSpPr>
              <a:spLocks noChangeArrowheads="1"/>
            </p:cNvSpPr>
            <p:nvPr/>
          </p:nvSpPr>
          <p:spPr bwMode="auto">
            <a:xfrm>
              <a:off x="3110" y="4142"/>
              <a:ext cx="43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05" name="Rectangle 3184"/>
            <p:cNvSpPr>
              <a:spLocks noChangeArrowheads="1"/>
            </p:cNvSpPr>
            <p:nvPr/>
          </p:nvSpPr>
          <p:spPr bwMode="auto">
            <a:xfrm>
              <a:off x="3196" y="4142"/>
              <a:ext cx="43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06" name="Rectangle 3185"/>
            <p:cNvSpPr>
              <a:spLocks noChangeArrowheads="1"/>
            </p:cNvSpPr>
            <p:nvPr/>
          </p:nvSpPr>
          <p:spPr bwMode="auto">
            <a:xfrm>
              <a:off x="3282" y="4142"/>
              <a:ext cx="47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07" name="Rectangle 3186"/>
            <p:cNvSpPr>
              <a:spLocks noChangeArrowheads="1"/>
            </p:cNvSpPr>
            <p:nvPr/>
          </p:nvSpPr>
          <p:spPr bwMode="auto">
            <a:xfrm>
              <a:off x="3368" y="4142"/>
              <a:ext cx="43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08" name="Rectangle 3187"/>
            <p:cNvSpPr>
              <a:spLocks noChangeArrowheads="1"/>
            </p:cNvSpPr>
            <p:nvPr/>
          </p:nvSpPr>
          <p:spPr bwMode="auto">
            <a:xfrm>
              <a:off x="3454" y="4142"/>
              <a:ext cx="44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09" name="Rectangle 3188"/>
            <p:cNvSpPr>
              <a:spLocks noChangeArrowheads="1"/>
            </p:cNvSpPr>
            <p:nvPr/>
          </p:nvSpPr>
          <p:spPr bwMode="auto">
            <a:xfrm>
              <a:off x="3541" y="4142"/>
              <a:ext cx="43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10" name="Rectangle 3189"/>
            <p:cNvSpPr>
              <a:spLocks noChangeArrowheads="1"/>
            </p:cNvSpPr>
            <p:nvPr/>
          </p:nvSpPr>
          <p:spPr bwMode="auto">
            <a:xfrm>
              <a:off x="3627" y="4142"/>
              <a:ext cx="43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11" name="Rectangle 3190"/>
            <p:cNvSpPr>
              <a:spLocks noChangeArrowheads="1"/>
            </p:cNvSpPr>
            <p:nvPr/>
          </p:nvSpPr>
          <p:spPr bwMode="auto">
            <a:xfrm>
              <a:off x="3713" y="4142"/>
              <a:ext cx="47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12" name="Rectangle 3191"/>
            <p:cNvSpPr>
              <a:spLocks noChangeArrowheads="1"/>
            </p:cNvSpPr>
            <p:nvPr/>
          </p:nvSpPr>
          <p:spPr bwMode="auto">
            <a:xfrm>
              <a:off x="3799" y="4142"/>
              <a:ext cx="43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13" name="Rectangle 3192"/>
            <p:cNvSpPr>
              <a:spLocks noChangeArrowheads="1"/>
            </p:cNvSpPr>
            <p:nvPr/>
          </p:nvSpPr>
          <p:spPr bwMode="auto">
            <a:xfrm>
              <a:off x="3885" y="4142"/>
              <a:ext cx="43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14" name="Rectangle 3193"/>
            <p:cNvSpPr>
              <a:spLocks noChangeArrowheads="1"/>
            </p:cNvSpPr>
            <p:nvPr/>
          </p:nvSpPr>
          <p:spPr bwMode="auto">
            <a:xfrm>
              <a:off x="3972" y="4142"/>
              <a:ext cx="43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15" name="Rectangle 3194"/>
            <p:cNvSpPr>
              <a:spLocks noChangeArrowheads="1"/>
            </p:cNvSpPr>
            <p:nvPr/>
          </p:nvSpPr>
          <p:spPr bwMode="auto">
            <a:xfrm>
              <a:off x="4058" y="4142"/>
              <a:ext cx="43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16" name="Rectangle 3195"/>
            <p:cNvSpPr>
              <a:spLocks noChangeArrowheads="1"/>
            </p:cNvSpPr>
            <p:nvPr/>
          </p:nvSpPr>
          <p:spPr bwMode="auto">
            <a:xfrm>
              <a:off x="4144" y="4142"/>
              <a:ext cx="47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17" name="Rectangle 3196"/>
            <p:cNvSpPr>
              <a:spLocks noChangeArrowheads="1"/>
            </p:cNvSpPr>
            <p:nvPr/>
          </p:nvSpPr>
          <p:spPr bwMode="auto">
            <a:xfrm>
              <a:off x="4230" y="4142"/>
              <a:ext cx="43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18" name="Rectangle 3197"/>
            <p:cNvSpPr>
              <a:spLocks noChangeArrowheads="1"/>
            </p:cNvSpPr>
            <p:nvPr/>
          </p:nvSpPr>
          <p:spPr bwMode="auto">
            <a:xfrm>
              <a:off x="4316" y="4142"/>
              <a:ext cx="47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19" name="Rectangle 3198"/>
            <p:cNvSpPr>
              <a:spLocks noChangeArrowheads="1"/>
            </p:cNvSpPr>
            <p:nvPr/>
          </p:nvSpPr>
          <p:spPr bwMode="auto">
            <a:xfrm>
              <a:off x="4402" y="4142"/>
              <a:ext cx="44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20" name="Rectangle 3199"/>
            <p:cNvSpPr>
              <a:spLocks noChangeArrowheads="1"/>
            </p:cNvSpPr>
            <p:nvPr/>
          </p:nvSpPr>
          <p:spPr bwMode="auto">
            <a:xfrm>
              <a:off x="4489" y="4142"/>
              <a:ext cx="43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21" name="Rectangle 3200"/>
            <p:cNvSpPr>
              <a:spLocks noChangeArrowheads="1"/>
            </p:cNvSpPr>
            <p:nvPr/>
          </p:nvSpPr>
          <p:spPr bwMode="auto">
            <a:xfrm>
              <a:off x="4575" y="4142"/>
              <a:ext cx="43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22" name="Rectangle 3201"/>
            <p:cNvSpPr>
              <a:spLocks noChangeArrowheads="1"/>
            </p:cNvSpPr>
            <p:nvPr/>
          </p:nvSpPr>
          <p:spPr bwMode="auto">
            <a:xfrm>
              <a:off x="4661" y="4142"/>
              <a:ext cx="43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23" name="Rectangle 3202"/>
            <p:cNvSpPr>
              <a:spLocks noChangeArrowheads="1"/>
            </p:cNvSpPr>
            <p:nvPr/>
          </p:nvSpPr>
          <p:spPr bwMode="auto">
            <a:xfrm>
              <a:off x="4747" y="4142"/>
              <a:ext cx="47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24" name="Rectangle 3203"/>
            <p:cNvSpPr>
              <a:spLocks noChangeArrowheads="1"/>
            </p:cNvSpPr>
            <p:nvPr/>
          </p:nvSpPr>
          <p:spPr bwMode="auto">
            <a:xfrm>
              <a:off x="4833" y="4142"/>
              <a:ext cx="43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25" name="Rectangle 3204"/>
            <p:cNvSpPr>
              <a:spLocks noChangeArrowheads="1"/>
            </p:cNvSpPr>
            <p:nvPr/>
          </p:nvSpPr>
          <p:spPr bwMode="auto">
            <a:xfrm>
              <a:off x="4920" y="4142"/>
              <a:ext cx="43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26" name="Rectangle 3205"/>
            <p:cNvSpPr>
              <a:spLocks noChangeArrowheads="1"/>
            </p:cNvSpPr>
            <p:nvPr/>
          </p:nvSpPr>
          <p:spPr bwMode="auto">
            <a:xfrm>
              <a:off x="5006" y="4142"/>
              <a:ext cx="43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27" name="Rectangle 3206"/>
            <p:cNvSpPr>
              <a:spLocks noChangeArrowheads="1"/>
            </p:cNvSpPr>
            <p:nvPr/>
          </p:nvSpPr>
          <p:spPr bwMode="auto">
            <a:xfrm>
              <a:off x="5092" y="4142"/>
              <a:ext cx="43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28" name="Rectangle 3207"/>
            <p:cNvSpPr>
              <a:spLocks noChangeArrowheads="1"/>
            </p:cNvSpPr>
            <p:nvPr/>
          </p:nvSpPr>
          <p:spPr bwMode="auto">
            <a:xfrm>
              <a:off x="5178" y="4142"/>
              <a:ext cx="47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29" name="Rectangle 3208"/>
            <p:cNvSpPr>
              <a:spLocks noChangeArrowheads="1"/>
            </p:cNvSpPr>
            <p:nvPr/>
          </p:nvSpPr>
          <p:spPr bwMode="auto">
            <a:xfrm>
              <a:off x="5264" y="4142"/>
              <a:ext cx="43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30" name="Rectangle 3209"/>
            <p:cNvSpPr>
              <a:spLocks noChangeArrowheads="1"/>
            </p:cNvSpPr>
            <p:nvPr/>
          </p:nvSpPr>
          <p:spPr bwMode="auto">
            <a:xfrm>
              <a:off x="5350" y="4142"/>
              <a:ext cx="44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31" name="Rectangle 3211"/>
            <p:cNvSpPr>
              <a:spLocks noChangeArrowheads="1"/>
            </p:cNvSpPr>
            <p:nvPr/>
          </p:nvSpPr>
          <p:spPr bwMode="auto">
            <a:xfrm>
              <a:off x="5437" y="4142"/>
              <a:ext cx="43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32" name="Rectangle 3212"/>
            <p:cNvSpPr>
              <a:spLocks noChangeArrowheads="1"/>
            </p:cNvSpPr>
            <p:nvPr/>
          </p:nvSpPr>
          <p:spPr bwMode="auto">
            <a:xfrm>
              <a:off x="5523" y="4142"/>
              <a:ext cx="43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33" name="Rectangle 3213"/>
            <p:cNvSpPr>
              <a:spLocks noChangeArrowheads="1"/>
            </p:cNvSpPr>
            <p:nvPr/>
          </p:nvSpPr>
          <p:spPr bwMode="auto">
            <a:xfrm>
              <a:off x="5609" y="4142"/>
              <a:ext cx="47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34" name="Rectangle 3214"/>
            <p:cNvSpPr>
              <a:spLocks noChangeArrowheads="1"/>
            </p:cNvSpPr>
            <p:nvPr/>
          </p:nvSpPr>
          <p:spPr bwMode="auto">
            <a:xfrm>
              <a:off x="5695" y="4142"/>
              <a:ext cx="43" cy="43"/>
            </a:xfrm>
            <a:prstGeom prst="rect">
              <a:avLst/>
            </a:prstGeom>
            <a:solidFill>
              <a:srgbClr val="CE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35" name="Rectangle 3215"/>
            <p:cNvSpPr>
              <a:spLocks noChangeArrowheads="1"/>
            </p:cNvSpPr>
            <p:nvPr/>
          </p:nvSpPr>
          <p:spPr bwMode="auto">
            <a:xfrm>
              <a:off x="7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36" name="Rectangle 3216"/>
            <p:cNvSpPr>
              <a:spLocks noChangeArrowheads="1"/>
            </p:cNvSpPr>
            <p:nvPr/>
          </p:nvSpPr>
          <p:spPr bwMode="auto">
            <a:xfrm>
              <a:off x="93" y="4228"/>
              <a:ext cx="47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37" name="Rectangle 3217"/>
            <p:cNvSpPr>
              <a:spLocks noChangeArrowheads="1"/>
            </p:cNvSpPr>
            <p:nvPr/>
          </p:nvSpPr>
          <p:spPr bwMode="auto">
            <a:xfrm>
              <a:off x="180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38" name="Rectangle 3218"/>
            <p:cNvSpPr>
              <a:spLocks noChangeArrowheads="1"/>
            </p:cNvSpPr>
            <p:nvPr/>
          </p:nvSpPr>
          <p:spPr bwMode="auto">
            <a:xfrm>
              <a:off x="266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39" name="Rectangle 3219"/>
            <p:cNvSpPr>
              <a:spLocks noChangeArrowheads="1"/>
            </p:cNvSpPr>
            <p:nvPr/>
          </p:nvSpPr>
          <p:spPr bwMode="auto">
            <a:xfrm>
              <a:off x="352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40" name="Rectangle 3220"/>
            <p:cNvSpPr>
              <a:spLocks noChangeArrowheads="1"/>
            </p:cNvSpPr>
            <p:nvPr/>
          </p:nvSpPr>
          <p:spPr bwMode="auto">
            <a:xfrm>
              <a:off x="438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41" name="Rectangle 3221"/>
            <p:cNvSpPr>
              <a:spLocks noChangeArrowheads="1"/>
            </p:cNvSpPr>
            <p:nvPr/>
          </p:nvSpPr>
          <p:spPr bwMode="auto">
            <a:xfrm>
              <a:off x="524" y="4228"/>
              <a:ext cx="47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42" name="Rectangle 3222"/>
            <p:cNvSpPr>
              <a:spLocks noChangeArrowheads="1"/>
            </p:cNvSpPr>
            <p:nvPr/>
          </p:nvSpPr>
          <p:spPr bwMode="auto">
            <a:xfrm>
              <a:off x="610" y="4228"/>
              <a:ext cx="44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43" name="Rectangle 3223"/>
            <p:cNvSpPr>
              <a:spLocks noChangeArrowheads="1"/>
            </p:cNvSpPr>
            <p:nvPr/>
          </p:nvSpPr>
          <p:spPr bwMode="auto">
            <a:xfrm>
              <a:off x="697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44" name="Rectangle 3224"/>
            <p:cNvSpPr>
              <a:spLocks noChangeArrowheads="1"/>
            </p:cNvSpPr>
            <p:nvPr/>
          </p:nvSpPr>
          <p:spPr bwMode="auto">
            <a:xfrm>
              <a:off x="783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45" name="Rectangle 3225"/>
            <p:cNvSpPr>
              <a:spLocks noChangeArrowheads="1"/>
            </p:cNvSpPr>
            <p:nvPr/>
          </p:nvSpPr>
          <p:spPr bwMode="auto">
            <a:xfrm>
              <a:off x="869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46" name="Rectangle 3226"/>
            <p:cNvSpPr>
              <a:spLocks noChangeArrowheads="1"/>
            </p:cNvSpPr>
            <p:nvPr/>
          </p:nvSpPr>
          <p:spPr bwMode="auto">
            <a:xfrm>
              <a:off x="955" y="4228"/>
              <a:ext cx="47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47" name="Rectangle 3227"/>
            <p:cNvSpPr>
              <a:spLocks noChangeArrowheads="1"/>
            </p:cNvSpPr>
            <p:nvPr/>
          </p:nvSpPr>
          <p:spPr bwMode="auto">
            <a:xfrm>
              <a:off x="1041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48" name="Rectangle 3228"/>
            <p:cNvSpPr>
              <a:spLocks noChangeArrowheads="1"/>
            </p:cNvSpPr>
            <p:nvPr/>
          </p:nvSpPr>
          <p:spPr bwMode="auto">
            <a:xfrm>
              <a:off x="1128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49" name="Rectangle 3229"/>
            <p:cNvSpPr>
              <a:spLocks noChangeArrowheads="1"/>
            </p:cNvSpPr>
            <p:nvPr/>
          </p:nvSpPr>
          <p:spPr bwMode="auto">
            <a:xfrm>
              <a:off x="1214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50" name="Rectangle 3230"/>
            <p:cNvSpPr>
              <a:spLocks noChangeArrowheads="1"/>
            </p:cNvSpPr>
            <p:nvPr/>
          </p:nvSpPr>
          <p:spPr bwMode="auto">
            <a:xfrm>
              <a:off x="1300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51" name="Rectangle 3231"/>
            <p:cNvSpPr>
              <a:spLocks noChangeArrowheads="1"/>
            </p:cNvSpPr>
            <p:nvPr/>
          </p:nvSpPr>
          <p:spPr bwMode="auto">
            <a:xfrm>
              <a:off x="1386" y="4228"/>
              <a:ext cx="47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52" name="Rectangle 3232"/>
            <p:cNvSpPr>
              <a:spLocks noChangeArrowheads="1"/>
            </p:cNvSpPr>
            <p:nvPr/>
          </p:nvSpPr>
          <p:spPr bwMode="auto">
            <a:xfrm>
              <a:off x="1472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53" name="Rectangle 3233"/>
            <p:cNvSpPr>
              <a:spLocks noChangeArrowheads="1"/>
            </p:cNvSpPr>
            <p:nvPr/>
          </p:nvSpPr>
          <p:spPr bwMode="auto">
            <a:xfrm>
              <a:off x="1558" y="4228"/>
              <a:ext cx="48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54" name="Rectangle 3234"/>
            <p:cNvSpPr>
              <a:spLocks noChangeArrowheads="1"/>
            </p:cNvSpPr>
            <p:nvPr/>
          </p:nvSpPr>
          <p:spPr bwMode="auto">
            <a:xfrm>
              <a:off x="1645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55" name="Rectangle 3235"/>
            <p:cNvSpPr>
              <a:spLocks noChangeArrowheads="1"/>
            </p:cNvSpPr>
            <p:nvPr/>
          </p:nvSpPr>
          <p:spPr bwMode="auto">
            <a:xfrm>
              <a:off x="1731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56" name="Rectangle 3236"/>
            <p:cNvSpPr>
              <a:spLocks noChangeArrowheads="1"/>
            </p:cNvSpPr>
            <p:nvPr/>
          </p:nvSpPr>
          <p:spPr bwMode="auto">
            <a:xfrm>
              <a:off x="1817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57" name="Rectangle 3237"/>
            <p:cNvSpPr>
              <a:spLocks noChangeArrowheads="1"/>
            </p:cNvSpPr>
            <p:nvPr/>
          </p:nvSpPr>
          <p:spPr bwMode="auto">
            <a:xfrm>
              <a:off x="1903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58" name="Rectangle 3238"/>
            <p:cNvSpPr>
              <a:spLocks noChangeArrowheads="1"/>
            </p:cNvSpPr>
            <p:nvPr/>
          </p:nvSpPr>
          <p:spPr bwMode="auto">
            <a:xfrm>
              <a:off x="1989" y="4228"/>
              <a:ext cx="47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59" name="Rectangle 3239"/>
            <p:cNvSpPr>
              <a:spLocks noChangeArrowheads="1"/>
            </p:cNvSpPr>
            <p:nvPr/>
          </p:nvSpPr>
          <p:spPr bwMode="auto">
            <a:xfrm>
              <a:off x="2076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60" name="Rectangle 3240"/>
            <p:cNvSpPr>
              <a:spLocks noChangeArrowheads="1"/>
            </p:cNvSpPr>
            <p:nvPr/>
          </p:nvSpPr>
          <p:spPr bwMode="auto">
            <a:xfrm>
              <a:off x="2162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61" name="Rectangle 3241"/>
            <p:cNvSpPr>
              <a:spLocks noChangeArrowheads="1"/>
            </p:cNvSpPr>
            <p:nvPr/>
          </p:nvSpPr>
          <p:spPr bwMode="auto">
            <a:xfrm>
              <a:off x="2248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62" name="Rectangle 3242"/>
            <p:cNvSpPr>
              <a:spLocks noChangeArrowheads="1"/>
            </p:cNvSpPr>
            <p:nvPr/>
          </p:nvSpPr>
          <p:spPr bwMode="auto">
            <a:xfrm>
              <a:off x="2334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63" name="Rectangle 3243"/>
            <p:cNvSpPr>
              <a:spLocks noChangeArrowheads="1"/>
            </p:cNvSpPr>
            <p:nvPr/>
          </p:nvSpPr>
          <p:spPr bwMode="auto">
            <a:xfrm>
              <a:off x="2420" y="4228"/>
              <a:ext cx="47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64" name="Rectangle 3244"/>
            <p:cNvSpPr>
              <a:spLocks noChangeArrowheads="1"/>
            </p:cNvSpPr>
            <p:nvPr/>
          </p:nvSpPr>
          <p:spPr bwMode="auto">
            <a:xfrm>
              <a:off x="2506" y="4228"/>
              <a:ext cx="44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65" name="Rectangle 3245"/>
            <p:cNvSpPr>
              <a:spLocks noChangeArrowheads="1"/>
            </p:cNvSpPr>
            <p:nvPr/>
          </p:nvSpPr>
          <p:spPr bwMode="auto">
            <a:xfrm>
              <a:off x="2593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66" name="Rectangle 3246"/>
            <p:cNvSpPr>
              <a:spLocks noChangeArrowheads="1"/>
            </p:cNvSpPr>
            <p:nvPr/>
          </p:nvSpPr>
          <p:spPr bwMode="auto">
            <a:xfrm>
              <a:off x="2679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67" name="Rectangle 3247"/>
            <p:cNvSpPr>
              <a:spLocks noChangeArrowheads="1"/>
            </p:cNvSpPr>
            <p:nvPr/>
          </p:nvSpPr>
          <p:spPr bwMode="auto">
            <a:xfrm>
              <a:off x="2765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68" name="Rectangle 3248"/>
            <p:cNvSpPr>
              <a:spLocks noChangeArrowheads="1"/>
            </p:cNvSpPr>
            <p:nvPr/>
          </p:nvSpPr>
          <p:spPr bwMode="auto">
            <a:xfrm>
              <a:off x="2851" y="4228"/>
              <a:ext cx="47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69" name="Rectangle 3249"/>
            <p:cNvSpPr>
              <a:spLocks noChangeArrowheads="1"/>
            </p:cNvSpPr>
            <p:nvPr/>
          </p:nvSpPr>
          <p:spPr bwMode="auto">
            <a:xfrm>
              <a:off x="2937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70" name="Rectangle 3250"/>
            <p:cNvSpPr>
              <a:spLocks noChangeArrowheads="1"/>
            </p:cNvSpPr>
            <p:nvPr/>
          </p:nvSpPr>
          <p:spPr bwMode="auto">
            <a:xfrm>
              <a:off x="3024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71" name="Rectangle 3251"/>
            <p:cNvSpPr>
              <a:spLocks noChangeArrowheads="1"/>
            </p:cNvSpPr>
            <p:nvPr/>
          </p:nvSpPr>
          <p:spPr bwMode="auto">
            <a:xfrm>
              <a:off x="3110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72" name="Rectangle 3252"/>
            <p:cNvSpPr>
              <a:spLocks noChangeArrowheads="1"/>
            </p:cNvSpPr>
            <p:nvPr/>
          </p:nvSpPr>
          <p:spPr bwMode="auto">
            <a:xfrm>
              <a:off x="3196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73" name="Rectangle 3253"/>
            <p:cNvSpPr>
              <a:spLocks noChangeArrowheads="1"/>
            </p:cNvSpPr>
            <p:nvPr/>
          </p:nvSpPr>
          <p:spPr bwMode="auto">
            <a:xfrm>
              <a:off x="3282" y="4228"/>
              <a:ext cx="47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74" name="Rectangle 3254"/>
            <p:cNvSpPr>
              <a:spLocks noChangeArrowheads="1"/>
            </p:cNvSpPr>
            <p:nvPr/>
          </p:nvSpPr>
          <p:spPr bwMode="auto">
            <a:xfrm>
              <a:off x="3368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75" name="Rectangle 3255"/>
            <p:cNvSpPr>
              <a:spLocks noChangeArrowheads="1"/>
            </p:cNvSpPr>
            <p:nvPr/>
          </p:nvSpPr>
          <p:spPr bwMode="auto">
            <a:xfrm>
              <a:off x="3454" y="4228"/>
              <a:ext cx="44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76" name="Rectangle 3256"/>
            <p:cNvSpPr>
              <a:spLocks noChangeArrowheads="1"/>
            </p:cNvSpPr>
            <p:nvPr/>
          </p:nvSpPr>
          <p:spPr bwMode="auto">
            <a:xfrm>
              <a:off x="3541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77" name="Rectangle 3257"/>
            <p:cNvSpPr>
              <a:spLocks noChangeArrowheads="1"/>
            </p:cNvSpPr>
            <p:nvPr/>
          </p:nvSpPr>
          <p:spPr bwMode="auto">
            <a:xfrm>
              <a:off x="3627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78" name="Rectangle 3258"/>
            <p:cNvSpPr>
              <a:spLocks noChangeArrowheads="1"/>
            </p:cNvSpPr>
            <p:nvPr/>
          </p:nvSpPr>
          <p:spPr bwMode="auto">
            <a:xfrm>
              <a:off x="3713" y="4228"/>
              <a:ext cx="47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79" name="Rectangle 3259"/>
            <p:cNvSpPr>
              <a:spLocks noChangeArrowheads="1"/>
            </p:cNvSpPr>
            <p:nvPr/>
          </p:nvSpPr>
          <p:spPr bwMode="auto">
            <a:xfrm>
              <a:off x="3799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80" name="Rectangle 3260"/>
            <p:cNvSpPr>
              <a:spLocks noChangeArrowheads="1"/>
            </p:cNvSpPr>
            <p:nvPr/>
          </p:nvSpPr>
          <p:spPr bwMode="auto">
            <a:xfrm>
              <a:off x="3885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81" name="Rectangle 3261"/>
            <p:cNvSpPr>
              <a:spLocks noChangeArrowheads="1"/>
            </p:cNvSpPr>
            <p:nvPr/>
          </p:nvSpPr>
          <p:spPr bwMode="auto">
            <a:xfrm>
              <a:off x="3972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82" name="Rectangle 3262"/>
            <p:cNvSpPr>
              <a:spLocks noChangeArrowheads="1"/>
            </p:cNvSpPr>
            <p:nvPr/>
          </p:nvSpPr>
          <p:spPr bwMode="auto">
            <a:xfrm>
              <a:off x="4058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83" name="Rectangle 3263"/>
            <p:cNvSpPr>
              <a:spLocks noChangeArrowheads="1"/>
            </p:cNvSpPr>
            <p:nvPr/>
          </p:nvSpPr>
          <p:spPr bwMode="auto">
            <a:xfrm>
              <a:off x="4144" y="4228"/>
              <a:ext cx="47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84" name="Rectangle 3264"/>
            <p:cNvSpPr>
              <a:spLocks noChangeArrowheads="1"/>
            </p:cNvSpPr>
            <p:nvPr/>
          </p:nvSpPr>
          <p:spPr bwMode="auto">
            <a:xfrm>
              <a:off x="4230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85" name="Rectangle 3265"/>
            <p:cNvSpPr>
              <a:spLocks noChangeArrowheads="1"/>
            </p:cNvSpPr>
            <p:nvPr/>
          </p:nvSpPr>
          <p:spPr bwMode="auto">
            <a:xfrm>
              <a:off x="4316" y="4228"/>
              <a:ext cx="47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86" name="Rectangle 3266"/>
            <p:cNvSpPr>
              <a:spLocks noChangeArrowheads="1"/>
            </p:cNvSpPr>
            <p:nvPr/>
          </p:nvSpPr>
          <p:spPr bwMode="auto">
            <a:xfrm>
              <a:off x="4402" y="4228"/>
              <a:ext cx="44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87" name="Rectangle 3267"/>
            <p:cNvSpPr>
              <a:spLocks noChangeArrowheads="1"/>
            </p:cNvSpPr>
            <p:nvPr/>
          </p:nvSpPr>
          <p:spPr bwMode="auto">
            <a:xfrm>
              <a:off x="4489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88" name="Rectangle 3268"/>
            <p:cNvSpPr>
              <a:spLocks noChangeArrowheads="1"/>
            </p:cNvSpPr>
            <p:nvPr/>
          </p:nvSpPr>
          <p:spPr bwMode="auto">
            <a:xfrm>
              <a:off x="4575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89" name="Rectangle 3269"/>
            <p:cNvSpPr>
              <a:spLocks noChangeArrowheads="1"/>
            </p:cNvSpPr>
            <p:nvPr/>
          </p:nvSpPr>
          <p:spPr bwMode="auto">
            <a:xfrm>
              <a:off x="4661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90" name="Rectangle 3270"/>
            <p:cNvSpPr>
              <a:spLocks noChangeArrowheads="1"/>
            </p:cNvSpPr>
            <p:nvPr/>
          </p:nvSpPr>
          <p:spPr bwMode="auto">
            <a:xfrm>
              <a:off x="4747" y="4228"/>
              <a:ext cx="47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91" name="Rectangle 3271"/>
            <p:cNvSpPr>
              <a:spLocks noChangeArrowheads="1"/>
            </p:cNvSpPr>
            <p:nvPr/>
          </p:nvSpPr>
          <p:spPr bwMode="auto">
            <a:xfrm>
              <a:off x="4833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92" name="Rectangle 3272"/>
            <p:cNvSpPr>
              <a:spLocks noChangeArrowheads="1"/>
            </p:cNvSpPr>
            <p:nvPr/>
          </p:nvSpPr>
          <p:spPr bwMode="auto">
            <a:xfrm>
              <a:off x="4920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93" name="Rectangle 3273"/>
            <p:cNvSpPr>
              <a:spLocks noChangeArrowheads="1"/>
            </p:cNvSpPr>
            <p:nvPr/>
          </p:nvSpPr>
          <p:spPr bwMode="auto">
            <a:xfrm>
              <a:off x="5006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94" name="Rectangle 3274"/>
            <p:cNvSpPr>
              <a:spLocks noChangeArrowheads="1"/>
            </p:cNvSpPr>
            <p:nvPr/>
          </p:nvSpPr>
          <p:spPr bwMode="auto">
            <a:xfrm>
              <a:off x="5092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95" name="Rectangle 3275"/>
            <p:cNvSpPr>
              <a:spLocks noChangeArrowheads="1"/>
            </p:cNvSpPr>
            <p:nvPr/>
          </p:nvSpPr>
          <p:spPr bwMode="auto">
            <a:xfrm>
              <a:off x="5178" y="4228"/>
              <a:ext cx="47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96" name="Rectangle 3276"/>
            <p:cNvSpPr>
              <a:spLocks noChangeArrowheads="1"/>
            </p:cNvSpPr>
            <p:nvPr/>
          </p:nvSpPr>
          <p:spPr bwMode="auto">
            <a:xfrm>
              <a:off x="5264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97" name="Rectangle 3277"/>
            <p:cNvSpPr>
              <a:spLocks noChangeArrowheads="1"/>
            </p:cNvSpPr>
            <p:nvPr/>
          </p:nvSpPr>
          <p:spPr bwMode="auto">
            <a:xfrm>
              <a:off x="5350" y="4228"/>
              <a:ext cx="44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98" name="Rectangle 3278"/>
            <p:cNvSpPr>
              <a:spLocks noChangeArrowheads="1"/>
            </p:cNvSpPr>
            <p:nvPr/>
          </p:nvSpPr>
          <p:spPr bwMode="auto">
            <a:xfrm>
              <a:off x="5437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499" name="Rectangle 3279"/>
            <p:cNvSpPr>
              <a:spLocks noChangeArrowheads="1"/>
            </p:cNvSpPr>
            <p:nvPr/>
          </p:nvSpPr>
          <p:spPr bwMode="auto">
            <a:xfrm>
              <a:off x="5523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500" name="Rectangle 3280"/>
            <p:cNvSpPr>
              <a:spLocks noChangeArrowheads="1"/>
            </p:cNvSpPr>
            <p:nvPr/>
          </p:nvSpPr>
          <p:spPr bwMode="auto">
            <a:xfrm>
              <a:off x="5609" y="4228"/>
              <a:ext cx="47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  <p:sp>
          <p:nvSpPr>
            <p:cNvPr id="1501" name="Rectangle 3281"/>
            <p:cNvSpPr>
              <a:spLocks noChangeArrowheads="1"/>
            </p:cNvSpPr>
            <p:nvPr/>
          </p:nvSpPr>
          <p:spPr bwMode="auto">
            <a:xfrm>
              <a:off x="5695" y="4228"/>
              <a:ext cx="43" cy="44"/>
            </a:xfrm>
            <a:prstGeom prst="rect">
              <a:avLst/>
            </a:prstGeom>
            <a:solidFill>
              <a:srgbClr val="B6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rgbClr val="0D1F74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defRPr/>
              </a:pPr>
              <a:endParaRPr lang="nl-NL" altLang="nl-NL"/>
            </a:p>
          </p:txBody>
        </p:sp>
      </p:grp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65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+mj-lt"/>
          <a:ea typeface="ＭＳ Ｐゴシック" charset="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ea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9pPr>
    </p:titleStyle>
    <p:bodyStyle>
      <a:lvl1pPr marL="282575" indent="-282575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Wingdings" pitchFamily="2" charset="2"/>
        <a:buChar char="§"/>
        <a:defRPr sz="2000">
          <a:solidFill>
            <a:schemeClr val="bg1"/>
          </a:solidFill>
          <a:latin typeface="+mn-lt"/>
          <a:ea typeface="ＭＳ Ｐゴシック" charset="0"/>
          <a:cs typeface="+mn-cs"/>
        </a:defRPr>
      </a:lvl1pPr>
      <a:lvl2pPr marL="765175" indent="-1905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Wingdings" pitchFamily="2" charset="2"/>
        <a:buChar char="§"/>
        <a:defRPr sz="2000">
          <a:solidFill>
            <a:schemeClr val="bg1"/>
          </a:solidFill>
          <a:latin typeface="+mn-lt"/>
          <a:ea typeface="ＭＳ Ｐゴシック" charset="0"/>
        </a:defRPr>
      </a:lvl2pPr>
      <a:lvl3pPr marL="1139825" indent="-1841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Wingdings" pitchFamily="2" charset="2"/>
        <a:buChar char="§"/>
        <a:defRPr sz="2000">
          <a:solidFill>
            <a:schemeClr val="bg1"/>
          </a:solidFill>
          <a:latin typeface="+mn-lt"/>
          <a:ea typeface="ＭＳ Ｐゴシック" charset="0"/>
        </a:defRPr>
      </a:lvl3pPr>
      <a:lvl4pPr marL="1519238" indent="-1841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Wingdings" pitchFamily="2" charset="2"/>
        <a:buChar char="§"/>
        <a:defRPr sz="2000">
          <a:solidFill>
            <a:schemeClr val="bg1"/>
          </a:solidFill>
          <a:latin typeface="+mn-lt"/>
          <a:ea typeface="ＭＳ Ｐゴシック" charset="0"/>
        </a:defRPr>
      </a:lvl4pPr>
      <a:lvl5pPr marL="1909763" indent="-195263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Wingdings" pitchFamily="2" charset="2"/>
        <a:buChar char="§"/>
        <a:defRPr sz="2000">
          <a:solidFill>
            <a:schemeClr val="bg1"/>
          </a:solidFill>
          <a:latin typeface="+mn-lt"/>
          <a:ea typeface="ＭＳ Ｐゴシック" charset="0"/>
        </a:defRPr>
      </a:lvl5pPr>
      <a:lvl6pPr marL="2366963" indent="-195263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824163" indent="-195263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281363" indent="-195263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738563" indent="-195263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emf"/><Relationship Id="rId10" Type="http://schemas.openxmlformats.org/officeDocument/2006/relationships/image" Target="../media/image10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5387" y="188641"/>
            <a:ext cx="6496207" cy="576064"/>
          </a:xfrm>
        </p:spPr>
        <p:txBody>
          <a:bodyPr/>
          <a:lstStyle/>
          <a:p>
            <a:r>
              <a:rPr lang="en-US" sz="2800" dirty="0"/>
              <a:t>        DUOS </a:t>
            </a:r>
            <a:r>
              <a:rPr lang="en-US" sz="2800" dirty="0" err="1"/>
              <a:t>dankt</a:t>
            </a:r>
            <a:r>
              <a:rPr lang="en-US" sz="2800" dirty="0"/>
              <a:t> </a:t>
            </a:r>
            <a:r>
              <a:rPr lang="en-US" sz="2800" dirty="0" err="1"/>
              <a:t>haar</a:t>
            </a:r>
            <a:r>
              <a:rPr lang="en-US" sz="2800" dirty="0"/>
              <a:t> </a:t>
            </a:r>
            <a:r>
              <a:rPr lang="en-US" sz="2800"/>
              <a:t>sponsors 2025 </a:t>
            </a:r>
            <a:endParaRPr lang="en-US" sz="2800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9563" y="954800"/>
            <a:ext cx="4462550" cy="1868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40148"/>
            <a:ext cx="1158022" cy="1150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BC671D86-8CBE-406B-82EF-3F8F6C3B88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7455801"/>
              </p:ext>
            </p:extLst>
          </p:nvPr>
        </p:nvGraphicFramePr>
        <p:xfrm>
          <a:off x="1758497" y="4626331"/>
          <a:ext cx="1229327" cy="1229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4" imgW="2752603" imgH="2752719" progId="AcroExch.Document.DC">
                  <p:embed/>
                </p:oleObj>
              </mc:Choice>
              <mc:Fallback>
                <p:oleObj name="Acrobat Document" r:id="rId4" imgW="2752603" imgH="2752719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58497" y="4626331"/>
                        <a:ext cx="1229327" cy="12293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Afbeelding 7">
            <a:extLst>
              <a:ext uri="{FF2B5EF4-FFF2-40B4-BE49-F238E27FC236}">
                <a16:creationId xmlns:a16="http://schemas.microsoft.com/office/drawing/2014/main" id="{ED885660-9D7A-41CC-8034-D150BDCDD9E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87" y="1118807"/>
            <a:ext cx="4070295" cy="1239826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B53D1492-4EDE-4E73-84F2-EB232C77469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3335" y="3388801"/>
            <a:ext cx="2449394" cy="380197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5795F7A3-F2A6-A264-186A-D17CAA6695D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88" y="2699513"/>
            <a:ext cx="3227390" cy="1758775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B9F6F3D0-5563-9576-54CB-68D2A868434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509" y="4871968"/>
            <a:ext cx="3960440" cy="369026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E1C904E3-7E35-D6F5-CA94-28399A7C107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152" y="3388801"/>
            <a:ext cx="2751377" cy="38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323049"/>
      </p:ext>
    </p:extLst>
  </p:cSld>
  <p:clrMapOvr>
    <a:masterClrMapping/>
  </p:clrMapOvr>
</p:sld>
</file>

<file path=ppt/theme/theme1.xml><?xml version="1.0" encoding="utf-8"?>
<a:theme xmlns:a="http://schemas.openxmlformats.org/drawingml/2006/main" name="wit_logo_standaard_engels_cancer institute">
  <a:themeElements>
    <a:clrScheme name="">
      <a:dk1>
        <a:srgbClr val="000000"/>
      </a:dk1>
      <a:lt1>
        <a:srgbClr val="FFFFFF"/>
      </a:lt1>
      <a:dk2>
        <a:srgbClr val="0C2074"/>
      </a:dk2>
      <a:lt2>
        <a:srgbClr val="7DCFE2"/>
      </a:lt2>
      <a:accent1>
        <a:srgbClr val="4B78B5"/>
      </a:accent1>
      <a:accent2>
        <a:srgbClr val="E0DC24"/>
      </a:accent2>
      <a:accent3>
        <a:srgbClr val="AAABBC"/>
      </a:accent3>
      <a:accent4>
        <a:srgbClr val="DADADA"/>
      </a:accent4>
      <a:accent5>
        <a:srgbClr val="B1BED7"/>
      </a:accent5>
      <a:accent6>
        <a:srgbClr val="CBC720"/>
      </a:accent6>
      <a:hlink>
        <a:srgbClr val="1CB01C"/>
      </a:hlink>
      <a:folHlink>
        <a:srgbClr val="DC2424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nl-NL" sz="2000" b="0" i="1" u="none" strike="noStrike" cap="none" normalizeH="0" baseline="0" smtClean="0">
            <a:ln>
              <a:noFill/>
            </a:ln>
            <a:solidFill>
              <a:srgbClr val="0D1F74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nl-NL" sz="2000" b="0" i="1" u="none" strike="noStrike" cap="none" normalizeH="0" baseline="0" smtClean="0">
            <a:ln>
              <a:noFill/>
            </a:ln>
            <a:solidFill>
              <a:srgbClr val="0D1F74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wit_logo_standaard_engels_cancer institute</Template>
  <TotalTime>129</TotalTime>
  <Words>6</Words>
  <Application>Microsoft Office PowerPoint</Application>
  <PresentationFormat>Diavoorstelling (4:3)</PresentationFormat>
  <Paragraphs>1</Paragraphs>
  <Slides>1</Slides>
  <Notes>0</Notes>
  <HiddenSlides>0</HiddenSlides>
  <MMClips>0</MMClips>
  <ScaleCrop>false</ScaleCrop>
  <HeadingPairs>
    <vt:vector size="8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Ingesloten OLE-bronprogramma's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Arial</vt:lpstr>
      <vt:lpstr>Wingdings</vt:lpstr>
      <vt:lpstr>wit_logo_standaard_engels_cancer institute</vt:lpstr>
      <vt:lpstr>Acrobat Document</vt:lpstr>
      <vt:lpstr>        DUOS dankt haar sponsors 2025 </vt:lpstr>
    </vt:vector>
  </TitlesOfParts>
  <Company>Erasmus MC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M. Verwijs</dc:creator>
  <cp:lastModifiedBy>I K</cp:lastModifiedBy>
  <cp:revision>52</cp:revision>
  <dcterms:created xsi:type="dcterms:W3CDTF">2016-12-05T09:33:06Z</dcterms:created>
  <dcterms:modified xsi:type="dcterms:W3CDTF">2025-11-20T12:37:46Z</dcterms:modified>
</cp:coreProperties>
</file>